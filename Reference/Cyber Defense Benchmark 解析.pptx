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Urbanist" panose="02020500000000000000" charset="0"/>
      <p:regular r:id="rId14"/>
      <p:bold r:id="rId15"/>
      <p:italic r:id="rId16"/>
      <p:boldItalic r:id="rId17"/>
    </p:embeddedFont>
    <p:embeddedFont>
      <p:font typeface="Urbanist Medium" panose="02020500000000000000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F23B1F-7DB9-4198-A808-9BD7A737C8B0}">
  <a:tblStyle styleId="{FBF23B1F-7DB9-4198-A808-9BD7A737C8B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324100"/>
            <a:ext cx="11601450" cy="188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網路防禦基準測試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Cyber Defense Benchmark:</a:t>
            </a:r>
          </a:p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Agentic Threat Hunting Evaluation for LLMs in</a:t>
            </a:r>
          </a:p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SecOps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715000" y="2555527"/>
            <a:ext cx="7620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875847" y="2879377"/>
            <a:ext cx="244030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核心問題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681537" y="4031902"/>
            <a:ext cx="28289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傳統 AI 資安能力測試的盲點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144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71525" y="1515427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09625" y="1514475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傳統測試太簡單：</a:t>
            </a: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過去的 AI 測試多為「選擇題」或「引導式問答」，只需從已過濾的代碼中找出問題。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71525" y="2376249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2375296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真實世界的挑戰：</a:t>
            </a: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資安監控中心 (SOC) 的分析師每天面對數十萬筆枯燥的系統日誌 (Logs)。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71525" y="3237071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3236118"/>
            <a:ext cx="50482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無人示警</a:t>
            </a:r>
            <a:r>
              <a:rPr lang="en-US" sz="1650" b="1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駭客不會主動發出警告，防禦者必須</a:t>
            </a:r>
            <a:r>
              <a:rPr lang="en-US" sz="1650" b="0" i="0" u="none" strike="noStrike" cap="none" dirty="0" err="1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靠自己撰寫</a:t>
            </a:r>
            <a:r>
              <a:rPr lang="en-US" sz="1650" b="0" i="0" u="none" strike="noStrike" cap="none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 SQL </a:t>
            </a:r>
            <a:r>
              <a:rPr lang="en-US" sz="1650" b="0" i="0" u="none" strike="noStrike" cap="none" dirty="0" err="1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語法大海撈針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771525" y="4097893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4096940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威脅狩獵 (Threat Hunting)：</a:t>
            </a: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這個缺乏提示、完全主動尋找駭客蹤跡的過程，才是驗證 AI 真實戰力的關鍵。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524000"/>
            <a:ext cx="43338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考場設定 </a:t>
            </a:r>
            <a:r>
              <a:rPr lang="en-US" sz="33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vs.</a:t>
            </a: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真實世界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4475"/>
            <a:ext cx="3429000" cy="401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514475"/>
            <a:ext cx="3429000" cy="401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514475"/>
            <a:ext cx="3429000" cy="401895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62025" y="2771775"/>
            <a:ext cx="116014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沒有提示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62025" y="3324225"/>
            <a:ext cx="264795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AI 被放入一個虛擬環境中，完全不會被告知駭客何時發動攻擊、攻擊了哪台電腦。所有假設都必須由 AI 自行提出。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772025" y="2771775"/>
            <a:ext cx="116014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真實數據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72025" y="3324225"/>
            <a:ext cx="264795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給予 AI 的是一個巨大的 SQLite 資料庫，裡面塞滿了 7.5 萬到 13.5 萬筆真實的 Windows 系統日誌紀錄，而非人工合成的簡單資料。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82025" y="2771775"/>
            <a:ext cx="116014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唯一工具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82025" y="3324225"/>
            <a:ext cx="264795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沒有現成的防護軟體按鈕。AI 只能撰寫 SQL 查詢語法撈取資料（最多 50 次），並精準提交駭客作案的「微秒級」時間點。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19431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2025" y="19431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82025" y="194310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地獄級</a:t>
            </a:r>
            <a:r>
              <a:rPr lang="en-US" sz="33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「考試」</a:t>
            </a: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規則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2162770"/>
            <a:ext cx="38671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106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3782020"/>
            <a:ext cx="38671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真實攻擊手法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914900" y="1514475"/>
            <a:ext cx="704088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E5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防止 AI「背答案」的精妙設計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914900" y="2124075"/>
            <a:ext cx="6705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為了確保 AI 是真正具備「推理」能力，而非靠背誦網路公開的駭客 IP 作弊，研究團隊設計了全面易容術 (Entity Obfuscation)。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114925" y="2938224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153025" y="2937271"/>
            <a:ext cx="6467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組合套餐：</a:t>
            </a: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將多種攻擊手法串接成完整的入侵鏈 (Kill-Chain)。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114925" y="3463885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153025" y="3462932"/>
            <a:ext cx="6467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隨機替換：</a:t>
            </a: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系統會將日誌裡的 IP 位址、電腦名稱、使用者帳號、時間戳記全部隨機改變。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114925" y="4324707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153025" y="4323754"/>
            <a:ext cx="6467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注入噪音：</a:t>
            </a: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故意混入 500 筆正常的背景程式活動紀錄，干擾判斷。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防作弊機制：</a:t>
            </a:r>
            <a:r>
              <a:rPr lang="en-US" sz="33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戰役模擬器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8"/>
          <p:cNvGraphicFramePr/>
          <p:nvPr>
            <p:extLst>
              <p:ext uri="{D42A27DB-BD31-4B8C-83A1-F6EECF244321}">
                <p14:modId xmlns:p14="http://schemas.microsoft.com/office/powerpoint/2010/main" val="1735230146"/>
              </p:ext>
            </p:extLst>
          </p:nvPr>
        </p:nvGraphicFramePr>
        <p:xfrm>
          <a:off x="571500" y="1514475"/>
          <a:ext cx="11049025" cy="3649375"/>
        </p:xfrm>
        <a:graphic>
          <a:graphicData uri="http://schemas.openxmlformats.org/drawingml/2006/table">
            <a:tbl>
              <a:tblPr firstRow="1" bandRow="1">
                <a:noFill/>
                <a:tableStyleId>{FBF23B1F-7DB9-4198-A808-9BD7A737C8B0}</a:tableStyleId>
              </a:tblPr>
              <a:tblGrid>
                <a:gridCol w="295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0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9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 模型 (Model)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覆蓋率得分 (滿分 1.0)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平均查詢次數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成功尋獲標記比例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Claude Opus 4.6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0.55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51.7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4.48%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Claude Sonnet 4.6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0.44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55.8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3.43%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Gemini 3.1 Pro Preview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0.22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37.3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2.01%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GPT-5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0.21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33.5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2.24%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2" name="Google Shape;152;p18"/>
          <p:cNvSpPr/>
          <p:nvPr/>
        </p:nvSpPr>
        <p:spPr>
          <a:xfrm>
            <a:off x="571500" y="2256383"/>
            <a:ext cx="29570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528566" y="2256383"/>
            <a:ext cx="31404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668988" y="2256383"/>
            <a:ext cx="22005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8869560" y="2256383"/>
            <a:ext cx="27509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71500" y="2982069"/>
            <a:ext cx="29570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528566" y="2982069"/>
            <a:ext cx="31404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668988" y="2982069"/>
            <a:ext cx="22005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8869560" y="2982069"/>
            <a:ext cx="27509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71500" y="3707755"/>
            <a:ext cx="29570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528566" y="3707755"/>
            <a:ext cx="31404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668988" y="3707755"/>
            <a:ext cx="22005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8869560" y="3707755"/>
            <a:ext cx="27509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1500" y="4433441"/>
            <a:ext cx="29570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528566" y="4433441"/>
            <a:ext cx="31404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668988" y="4433441"/>
            <a:ext cx="22005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8869560" y="4433441"/>
            <a:ext cx="275093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頂尖 AI 的</a:t>
            </a:r>
            <a:r>
              <a:rPr lang="en-US" sz="33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殘酷成績單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876425" y="2326927"/>
            <a:ext cx="843915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即使是表現最佳的模型 Claude Opus 4.6，在 13 種攻擊戰術中也有 6 種未達及格線。且在所有的測試回合中，沒有任何一個 AI 能完整抓出所有的駭客路徑。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352925" y="5146327"/>
            <a:ext cx="3486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— Cyber Defense Benchmark 論文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209675" y="270792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0E5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0677525" y="472722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0E5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殘酷的現實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5715000" y="2555527"/>
            <a:ext cx="7620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895600" y="2879377"/>
            <a:ext cx="64008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為什麼頂尖 AI 會考砸？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3810000" y="4031902"/>
            <a:ext cx="4572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解析模型在真實「威脅狩獵」中的三大致命傷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4475"/>
            <a:ext cx="5286375" cy="3714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4475"/>
            <a:ext cx="5286375" cy="371415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962025" y="190500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E5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不會大海撈針 (Search Space)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962025" y="2514600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真實日誌動輒十萬筆，限制 50 次查詢對於目前的 AI 來說挑戰太大。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62025" y="3327796"/>
            <a:ext cx="45053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AI 目前還無法像人類專家一樣，具備「語意壓縮」的能力，不懂得有策略性地縮小搜索範圍，往往在做無效的廣泛搜索。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24650" y="1905000"/>
            <a:ext cx="4730591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E5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看見了卻認不出來 (Attribution Gap)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24650" y="2876550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研究團隊分析對話紀錄發現，AI 寫的 SQL 其實常常已經把駭客的惡意日誌撈在眼前了。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724650" y="3689746"/>
            <a:ext cx="45053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但是 AI 看了資料後，卻「沒有自信」或是「沒有意識到」這是有害的，導致最終沒有將正確答案提交出來。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失敗主因：</a:t>
            </a:r>
            <a:r>
              <a:rPr lang="en-US" sz="33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盲目與猶豫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71500" y="151447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以榜首 Claude Opus 4.6 為例：不同攻擊戰術下的找尋成功率 (Recall)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314450" y="5328195"/>
            <a:ext cx="9753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AI 很容易抓到那些「特徵明顯」的攻擊（例如：修改系統登錄檔），但對於比較安靜、隱蔽且需要領域知識的攻擊（例如：竊取帳號憑證），AI 的發現率極低，幾乎呈現盲區狀態。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1123950" y="5328195"/>
            <a:ext cx="38100" cy="670321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失敗主因：</a:t>
            </a:r>
            <a:r>
              <a:rPr lang="en-US" sz="33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戰術盲區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571500" y="762000"/>
            <a:ext cx="5550693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結論：</a:t>
            </a:r>
            <a:r>
              <a:rPr lang="en-US" sz="33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AI 目前的定位</a:t>
            </a:r>
            <a:endParaRPr/>
          </a:p>
        </p:txBody>
      </p:sp>
      <p:pic>
        <p:nvPicPr>
          <p:cNvPr id="217" name="Google Shape;21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571500" y="1704975"/>
            <a:ext cx="55506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E5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依然是絕佳的助手，但非自主守衛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2314575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這篇論文為 AI 資安界敲響了一記警鐘。測試證明，現在的頂尖 AI 拿來當「資安問答小幫手」表現非常棒。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571500" y="3127771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但如果要把它們直接丟進真實的企業系統裡，當作「虛擬資安警察」自主去抓駭客，它們的能力還遠遠不夠。這也為未來的 AI 發展指明了需要突破的關鍵瓶頸。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寬螢幕</PresentationFormat>
  <Paragraphs>74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Calibri</vt:lpstr>
      <vt:lpstr>Urbanist</vt:lpstr>
      <vt:lpstr>Urbanist Medium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mastertsai@outlook.com</cp:lastModifiedBy>
  <cp:revision>1</cp:revision>
  <dcterms:modified xsi:type="dcterms:W3CDTF">2026-04-30T15:29:44Z</dcterms:modified>
</cp:coreProperties>
</file>