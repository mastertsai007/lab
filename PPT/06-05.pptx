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7" r:id="rId3"/>
    <p:sldId id="268" r:id="rId4"/>
    <p:sldId id="273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12268-B367-4BC6-B063-D9AFCB077DE6}" v="140" dt="2026-06-04T04:15:24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tertsai@outlook.com" userId="e9d72a7dd8d43541" providerId="LiveId" clId="{C006AC16-6F5C-424B-9670-C28FAB9B523E}"/>
    <pc:docChg chg="undo custSel addSld delSld modSld sldOrd">
      <pc:chgData name="mastertsai@outlook.com" userId="e9d72a7dd8d43541" providerId="LiveId" clId="{C006AC16-6F5C-424B-9670-C28FAB9B523E}" dt="2026-06-04T04:15:56.824" v="947" actId="14100"/>
      <pc:docMkLst>
        <pc:docMk/>
      </pc:docMkLst>
      <pc:sldChg chg="addSp modSp del mod">
        <pc:chgData name="mastertsai@outlook.com" userId="e9d72a7dd8d43541" providerId="LiveId" clId="{C006AC16-6F5C-424B-9670-C28FAB9B523E}" dt="2026-06-03T14:08:20.638" v="721" actId="47"/>
        <pc:sldMkLst>
          <pc:docMk/>
          <pc:sldMk cId="391351539" sldId="257"/>
        </pc:sldMkLst>
      </pc:sldChg>
      <pc:sldChg chg="addSp modSp del mod">
        <pc:chgData name="mastertsai@outlook.com" userId="e9d72a7dd8d43541" providerId="LiveId" clId="{C006AC16-6F5C-424B-9670-C28FAB9B523E}" dt="2026-06-03T14:08:20.638" v="721" actId="47"/>
        <pc:sldMkLst>
          <pc:docMk/>
          <pc:sldMk cId="801131904" sldId="258"/>
        </pc:sldMkLst>
      </pc:sldChg>
      <pc:sldChg chg="addSp delSp modSp del mod">
        <pc:chgData name="mastertsai@outlook.com" userId="e9d72a7dd8d43541" providerId="LiveId" clId="{C006AC16-6F5C-424B-9670-C28FAB9B523E}" dt="2026-06-03T14:08:20.638" v="721" actId="47"/>
        <pc:sldMkLst>
          <pc:docMk/>
          <pc:sldMk cId="3986898564" sldId="259"/>
        </pc:sldMkLst>
      </pc:sldChg>
      <pc:sldChg chg="addSp modSp del mod">
        <pc:chgData name="mastertsai@outlook.com" userId="e9d72a7dd8d43541" providerId="LiveId" clId="{C006AC16-6F5C-424B-9670-C28FAB9B523E}" dt="2026-06-03T14:08:20.638" v="721" actId="47"/>
        <pc:sldMkLst>
          <pc:docMk/>
          <pc:sldMk cId="477386924" sldId="260"/>
        </pc:sldMkLst>
      </pc:sldChg>
      <pc:sldChg chg="addSp modSp del mod">
        <pc:chgData name="mastertsai@outlook.com" userId="e9d72a7dd8d43541" providerId="LiveId" clId="{C006AC16-6F5C-424B-9670-C28FAB9B523E}" dt="2026-06-03T14:08:20.638" v="721" actId="47"/>
        <pc:sldMkLst>
          <pc:docMk/>
          <pc:sldMk cId="489432868" sldId="262"/>
        </pc:sldMkLst>
      </pc:sldChg>
      <pc:sldChg chg="addSp modSp del mod">
        <pc:chgData name="mastertsai@outlook.com" userId="e9d72a7dd8d43541" providerId="LiveId" clId="{C006AC16-6F5C-424B-9670-C28FAB9B523E}" dt="2026-06-03T14:08:20.638" v="721" actId="47"/>
        <pc:sldMkLst>
          <pc:docMk/>
          <pc:sldMk cId="2107608767" sldId="263"/>
        </pc:sldMkLst>
      </pc:sldChg>
      <pc:sldChg chg="addSp delSp modSp add mod">
        <pc:chgData name="mastertsai@outlook.com" userId="e9d72a7dd8d43541" providerId="LiveId" clId="{C006AC16-6F5C-424B-9670-C28FAB9B523E}" dt="2026-06-02T13:46:35.925" v="509" actId="692"/>
        <pc:sldMkLst>
          <pc:docMk/>
          <pc:sldMk cId="2492463982" sldId="264"/>
        </pc:sldMkLst>
        <pc:spChg chg="mod">
          <ac:chgData name="mastertsai@outlook.com" userId="e9d72a7dd8d43541" providerId="LiveId" clId="{C006AC16-6F5C-424B-9670-C28FAB9B523E}" dt="2026-06-02T13:46:10.258" v="495" actId="20577"/>
          <ac:spMkLst>
            <pc:docMk/>
            <pc:sldMk cId="2492463982" sldId="264"/>
            <ac:spMk id="4" creationId="{8B2A99AC-2382-C401-3A0F-0D9E62103E17}"/>
          </ac:spMkLst>
        </pc:spChg>
        <pc:picChg chg="add mod">
          <ac:chgData name="mastertsai@outlook.com" userId="e9d72a7dd8d43541" providerId="LiveId" clId="{C006AC16-6F5C-424B-9670-C28FAB9B523E}" dt="2026-06-02T13:46:35.925" v="509" actId="692"/>
          <ac:picMkLst>
            <pc:docMk/>
            <pc:sldMk cId="2492463982" sldId="264"/>
            <ac:picMk id="6" creationId="{80ABEE0B-0120-04A2-A4BE-85066FF61A73}"/>
          </ac:picMkLst>
        </pc:picChg>
      </pc:sldChg>
      <pc:sldChg chg="addSp delSp modSp new del mod">
        <pc:chgData name="mastertsai@outlook.com" userId="e9d72a7dd8d43541" providerId="LiveId" clId="{C006AC16-6F5C-424B-9670-C28FAB9B523E}" dt="2026-06-03T14:08:20.638" v="721" actId="47"/>
        <pc:sldMkLst>
          <pc:docMk/>
          <pc:sldMk cId="162297561" sldId="265"/>
        </pc:sldMkLst>
      </pc:sldChg>
      <pc:sldChg chg="addSp modSp new del mod">
        <pc:chgData name="mastertsai@outlook.com" userId="e9d72a7dd8d43541" providerId="LiveId" clId="{C006AC16-6F5C-424B-9670-C28FAB9B523E}" dt="2026-06-03T14:08:20.638" v="721" actId="47"/>
        <pc:sldMkLst>
          <pc:docMk/>
          <pc:sldMk cId="3534203186" sldId="266"/>
        </pc:sldMkLst>
      </pc:sldChg>
      <pc:sldChg chg="addSp delSp modSp add mod">
        <pc:chgData name="mastertsai@outlook.com" userId="e9d72a7dd8d43541" providerId="LiveId" clId="{C006AC16-6F5C-424B-9670-C28FAB9B523E}" dt="2026-06-02T13:49:55.219" v="538"/>
        <pc:sldMkLst>
          <pc:docMk/>
          <pc:sldMk cId="3451537440" sldId="267"/>
        </pc:sldMkLst>
        <pc:spChg chg="mod">
          <ac:chgData name="mastertsai@outlook.com" userId="e9d72a7dd8d43541" providerId="LiveId" clId="{C006AC16-6F5C-424B-9670-C28FAB9B523E}" dt="2026-06-02T13:49:55.219" v="538"/>
          <ac:spMkLst>
            <pc:docMk/>
            <pc:sldMk cId="3451537440" sldId="267"/>
            <ac:spMk id="4" creationId="{961FB4E3-E135-E63B-2F30-6FABD6161D93}"/>
          </ac:spMkLst>
        </pc:spChg>
        <pc:picChg chg="add mod">
          <ac:chgData name="mastertsai@outlook.com" userId="e9d72a7dd8d43541" providerId="LiveId" clId="{C006AC16-6F5C-424B-9670-C28FAB9B523E}" dt="2026-06-02T13:49:47.418" v="519" actId="1076"/>
          <ac:picMkLst>
            <pc:docMk/>
            <pc:sldMk cId="3451537440" sldId="267"/>
            <ac:picMk id="5" creationId="{A88227D4-67B5-DE86-6AB5-F933982EF59A}"/>
          </ac:picMkLst>
        </pc:picChg>
      </pc:sldChg>
      <pc:sldChg chg="addSp delSp modSp add mod">
        <pc:chgData name="mastertsai@outlook.com" userId="e9d72a7dd8d43541" providerId="LiveId" clId="{C006AC16-6F5C-424B-9670-C28FAB9B523E}" dt="2026-06-04T03:14:03.935" v="762" actId="692"/>
        <pc:sldMkLst>
          <pc:docMk/>
          <pc:sldMk cId="3326868303" sldId="268"/>
        </pc:sldMkLst>
        <pc:spChg chg="mod">
          <ac:chgData name="mastertsai@outlook.com" userId="e9d72a7dd8d43541" providerId="LiveId" clId="{C006AC16-6F5C-424B-9670-C28FAB9B523E}" dt="2026-06-04T02:55:37.176" v="730" actId="20577"/>
          <ac:spMkLst>
            <pc:docMk/>
            <pc:sldMk cId="3326868303" sldId="268"/>
            <ac:spMk id="4" creationId="{E13C1894-52B5-8771-6A4D-55A4ADCDD0D5}"/>
          </ac:spMkLst>
        </pc:spChg>
        <pc:picChg chg="del">
          <ac:chgData name="mastertsai@outlook.com" userId="e9d72a7dd8d43541" providerId="LiveId" clId="{C006AC16-6F5C-424B-9670-C28FAB9B523E}" dt="2026-06-04T02:55:02.800" v="723" actId="478"/>
          <ac:picMkLst>
            <pc:docMk/>
            <pc:sldMk cId="3326868303" sldId="268"/>
            <ac:picMk id="5" creationId="{19744FDE-4B2D-FD8A-AF55-046FC78EEE3A}"/>
          </ac:picMkLst>
        </pc:picChg>
        <pc:picChg chg="add mod">
          <ac:chgData name="mastertsai@outlook.com" userId="e9d72a7dd8d43541" providerId="LiveId" clId="{C006AC16-6F5C-424B-9670-C28FAB9B523E}" dt="2026-06-04T02:56:18.813" v="743" actId="1076"/>
          <ac:picMkLst>
            <pc:docMk/>
            <pc:sldMk cId="3326868303" sldId="268"/>
            <ac:picMk id="6" creationId="{C2AE16E2-41A6-584D-A7FB-F9B0B89625AC}"/>
          </ac:picMkLst>
        </pc:picChg>
        <pc:picChg chg="add mod">
          <ac:chgData name="mastertsai@outlook.com" userId="e9d72a7dd8d43541" providerId="LiveId" clId="{C006AC16-6F5C-424B-9670-C28FAB9B523E}" dt="2026-06-04T03:13:55.237" v="760" actId="692"/>
          <ac:picMkLst>
            <pc:docMk/>
            <pc:sldMk cId="3326868303" sldId="268"/>
            <ac:picMk id="8" creationId="{CE1FC3C1-FC2B-9B81-071F-950B6EF366F2}"/>
          </ac:picMkLst>
        </pc:picChg>
        <pc:picChg chg="add mod">
          <ac:chgData name="mastertsai@outlook.com" userId="e9d72a7dd8d43541" providerId="LiveId" clId="{C006AC16-6F5C-424B-9670-C28FAB9B523E}" dt="2026-06-04T03:14:03.935" v="762" actId="692"/>
          <ac:picMkLst>
            <pc:docMk/>
            <pc:sldMk cId="3326868303" sldId="268"/>
            <ac:picMk id="10" creationId="{628C17A8-8868-D39B-193E-5119F6213A1C}"/>
          </ac:picMkLst>
        </pc:picChg>
      </pc:sldChg>
      <pc:sldChg chg="addSp delSp modSp new mod">
        <pc:chgData name="mastertsai@outlook.com" userId="e9d72a7dd8d43541" providerId="LiveId" clId="{C006AC16-6F5C-424B-9670-C28FAB9B523E}" dt="2026-06-04T03:56:21.658" v="838" actId="692"/>
        <pc:sldMkLst>
          <pc:docMk/>
          <pc:sldMk cId="3284700367" sldId="269"/>
        </pc:sldMkLst>
        <pc:spChg chg="mod">
          <ac:chgData name="mastertsai@outlook.com" userId="e9d72a7dd8d43541" providerId="LiveId" clId="{C006AC16-6F5C-424B-9670-C28FAB9B523E}" dt="2026-06-04T03:22:05.453" v="797" actId="20577"/>
          <ac:spMkLst>
            <pc:docMk/>
            <pc:sldMk cId="3284700367" sldId="269"/>
            <ac:spMk id="2" creationId="{70853736-5130-240C-3998-D1A97E8999DC}"/>
          </ac:spMkLst>
        </pc:spChg>
        <pc:spChg chg="del">
          <ac:chgData name="mastertsai@outlook.com" userId="e9d72a7dd8d43541" providerId="LiveId" clId="{C006AC16-6F5C-424B-9670-C28FAB9B523E}" dt="2026-06-04T03:22:19.124" v="799"/>
          <ac:spMkLst>
            <pc:docMk/>
            <pc:sldMk cId="3284700367" sldId="269"/>
            <ac:spMk id="3" creationId="{D3EB02EF-5951-2387-5AA6-E73DD6915913}"/>
          </ac:spMkLst>
        </pc:spChg>
        <pc:spChg chg="add mod">
          <ac:chgData name="mastertsai@outlook.com" userId="e9d72a7dd8d43541" providerId="LiveId" clId="{C006AC16-6F5C-424B-9670-C28FAB9B523E}" dt="2026-06-04T03:56:21.658" v="838" actId="692"/>
          <ac:spMkLst>
            <pc:docMk/>
            <pc:sldMk cId="3284700367" sldId="269"/>
            <ac:spMk id="6" creationId="{7744C661-CEB2-E059-0B54-CDC7F9002D2C}"/>
          </ac:spMkLst>
        </pc:spChg>
        <pc:picChg chg="add mod ord">
          <ac:chgData name="mastertsai@outlook.com" userId="e9d72a7dd8d43541" providerId="LiveId" clId="{C006AC16-6F5C-424B-9670-C28FAB9B523E}" dt="2026-06-04T03:22:53.195" v="810" actId="1076"/>
          <ac:picMkLst>
            <pc:docMk/>
            <pc:sldMk cId="3284700367" sldId="269"/>
            <ac:picMk id="5" creationId="{DC6546F6-8111-7834-CEC6-9E179259398A}"/>
          </ac:picMkLst>
        </pc:picChg>
      </pc:sldChg>
      <pc:sldChg chg="addSp delSp modSp add mod">
        <pc:chgData name="mastertsai@outlook.com" userId="e9d72a7dd8d43541" providerId="LiveId" clId="{C006AC16-6F5C-424B-9670-C28FAB9B523E}" dt="2026-06-04T03:56:34.222" v="844" actId="1036"/>
        <pc:sldMkLst>
          <pc:docMk/>
          <pc:sldMk cId="3241187073" sldId="270"/>
        </pc:sldMkLst>
        <pc:spChg chg="mod">
          <ac:chgData name="mastertsai@outlook.com" userId="e9d72a7dd8d43541" providerId="LiveId" clId="{C006AC16-6F5C-424B-9670-C28FAB9B523E}" dt="2026-06-04T03:22:29.067" v="802" actId="20577"/>
          <ac:spMkLst>
            <pc:docMk/>
            <pc:sldMk cId="3241187073" sldId="270"/>
            <ac:spMk id="2" creationId="{B3911B33-AE5C-221C-D1DB-AD6B1F70B9C6}"/>
          </ac:spMkLst>
        </pc:spChg>
        <pc:spChg chg="add del mod">
          <ac:chgData name="mastertsai@outlook.com" userId="e9d72a7dd8d43541" providerId="LiveId" clId="{C006AC16-6F5C-424B-9670-C28FAB9B523E}" dt="2026-06-04T03:22:36.718" v="805"/>
          <ac:spMkLst>
            <pc:docMk/>
            <pc:sldMk cId="3241187073" sldId="270"/>
            <ac:spMk id="4" creationId="{88D528BA-4D0E-DDFD-C808-D87C2EBB99D3}"/>
          </ac:spMkLst>
        </pc:spChg>
        <pc:spChg chg="add mod">
          <ac:chgData name="mastertsai@outlook.com" userId="e9d72a7dd8d43541" providerId="LiveId" clId="{C006AC16-6F5C-424B-9670-C28FAB9B523E}" dt="2026-06-04T03:56:34.222" v="844" actId="1036"/>
          <ac:spMkLst>
            <pc:docMk/>
            <pc:sldMk cId="3241187073" sldId="270"/>
            <ac:spMk id="8" creationId="{DCD7F6E0-A5FD-0C46-A1F2-A664DDA715B7}"/>
          </ac:spMkLst>
        </pc:spChg>
        <pc:picChg chg="del">
          <ac:chgData name="mastertsai@outlook.com" userId="e9d72a7dd8d43541" providerId="LiveId" clId="{C006AC16-6F5C-424B-9670-C28FAB9B523E}" dt="2026-06-04T03:22:30.869" v="803" actId="478"/>
          <ac:picMkLst>
            <pc:docMk/>
            <pc:sldMk cId="3241187073" sldId="270"/>
            <ac:picMk id="5" creationId="{0988548C-DB4B-9968-E905-2C691EA92131}"/>
          </ac:picMkLst>
        </pc:picChg>
        <pc:picChg chg="add mod ord">
          <ac:chgData name="mastertsai@outlook.com" userId="e9d72a7dd8d43541" providerId="LiveId" clId="{C006AC16-6F5C-424B-9670-C28FAB9B523E}" dt="2026-06-04T03:22:44.091" v="807" actId="14100"/>
          <ac:picMkLst>
            <pc:docMk/>
            <pc:sldMk cId="3241187073" sldId="270"/>
            <ac:picMk id="7" creationId="{63B89A4F-5BF0-2F13-0869-EDDF0542C48A}"/>
          </ac:picMkLst>
        </pc:picChg>
      </pc:sldChg>
      <pc:sldChg chg="addSp delSp modSp add mod">
        <pc:chgData name="mastertsai@outlook.com" userId="e9d72a7dd8d43541" providerId="LiveId" clId="{C006AC16-6F5C-424B-9670-C28FAB9B523E}" dt="2026-06-04T03:56:44.821" v="855" actId="14100"/>
        <pc:sldMkLst>
          <pc:docMk/>
          <pc:sldMk cId="765588237" sldId="271"/>
        </pc:sldMkLst>
        <pc:spChg chg="mod">
          <ac:chgData name="mastertsai@outlook.com" userId="e9d72a7dd8d43541" providerId="LiveId" clId="{C006AC16-6F5C-424B-9670-C28FAB9B523E}" dt="2026-06-04T03:23:01.462" v="814" actId="20577"/>
          <ac:spMkLst>
            <pc:docMk/>
            <pc:sldMk cId="765588237" sldId="271"/>
            <ac:spMk id="2" creationId="{2777CBE1-A7BA-BC76-86BE-65FC9D18D87F}"/>
          </ac:spMkLst>
        </pc:spChg>
        <pc:spChg chg="add del mod">
          <ac:chgData name="mastertsai@outlook.com" userId="e9d72a7dd8d43541" providerId="LiveId" clId="{C006AC16-6F5C-424B-9670-C28FAB9B523E}" dt="2026-06-04T03:23:11.711" v="817"/>
          <ac:spMkLst>
            <pc:docMk/>
            <pc:sldMk cId="765588237" sldId="271"/>
            <ac:spMk id="4" creationId="{5E0D7701-76A5-1333-15A9-A96FF96E680C}"/>
          </ac:spMkLst>
        </pc:spChg>
        <pc:spChg chg="add mod">
          <ac:chgData name="mastertsai@outlook.com" userId="e9d72a7dd8d43541" providerId="LiveId" clId="{C006AC16-6F5C-424B-9670-C28FAB9B523E}" dt="2026-06-04T03:56:44.821" v="855" actId="14100"/>
          <ac:spMkLst>
            <pc:docMk/>
            <pc:sldMk cId="765588237" sldId="271"/>
            <ac:spMk id="8" creationId="{7E181971-7DB8-957B-0063-F957095E38FC}"/>
          </ac:spMkLst>
        </pc:spChg>
        <pc:picChg chg="add mod ord">
          <ac:chgData name="mastertsai@outlook.com" userId="e9d72a7dd8d43541" providerId="LiveId" clId="{C006AC16-6F5C-424B-9670-C28FAB9B523E}" dt="2026-06-04T03:23:19.311" v="820" actId="1076"/>
          <ac:picMkLst>
            <pc:docMk/>
            <pc:sldMk cId="765588237" sldId="271"/>
            <ac:picMk id="6" creationId="{5C67D76B-A24C-4E06-2C5E-F6AC3E0EE160}"/>
          </ac:picMkLst>
        </pc:picChg>
        <pc:picChg chg="del">
          <ac:chgData name="mastertsai@outlook.com" userId="e9d72a7dd8d43541" providerId="LiveId" clId="{C006AC16-6F5C-424B-9670-C28FAB9B523E}" dt="2026-06-04T03:23:05.864" v="815" actId="478"/>
          <ac:picMkLst>
            <pc:docMk/>
            <pc:sldMk cId="765588237" sldId="271"/>
            <ac:picMk id="7" creationId="{44B2C977-8C9E-663A-D3E5-F7E3DAC00548}"/>
          </ac:picMkLst>
        </pc:picChg>
      </pc:sldChg>
      <pc:sldChg chg="addSp delSp modSp add mod">
        <pc:chgData name="mastertsai@outlook.com" userId="e9d72a7dd8d43541" providerId="LiveId" clId="{C006AC16-6F5C-424B-9670-C28FAB9B523E}" dt="2026-06-04T03:56:55.532" v="874" actId="1038"/>
        <pc:sldMkLst>
          <pc:docMk/>
          <pc:sldMk cId="1018340413" sldId="272"/>
        </pc:sldMkLst>
        <pc:spChg chg="mod">
          <ac:chgData name="mastertsai@outlook.com" userId="e9d72a7dd8d43541" providerId="LiveId" clId="{C006AC16-6F5C-424B-9670-C28FAB9B523E}" dt="2026-06-04T03:23:23.784" v="822" actId="20577"/>
          <ac:spMkLst>
            <pc:docMk/>
            <pc:sldMk cId="1018340413" sldId="272"/>
            <ac:spMk id="2" creationId="{8CD8BCE0-C7DC-63AC-FD53-1C4C24C79E16}"/>
          </ac:spMkLst>
        </pc:spChg>
        <pc:spChg chg="add del mod">
          <ac:chgData name="mastertsai@outlook.com" userId="e9d72a7dd8d43541" providerId="LiveId" clId="{C006AC16-6F5C-424B-9670-C28FAB9B523E}" dt="2026-06-04T03:23:31.310" v="825"/>
          <ac:spMkLst>
            <pc:docMk/>
            <pc:sldMk cId="1018340413" sldId="272"/>
            <ac:spMk id="4" creationId="{0C58A576-E008-F800-3205-FC7BE4FF44E5}"/>
          </ac:spMkLst>
        </pc:spChg>
        <pc:spChg chg="add mod">
          <ac:chgData name="mastertsai@outlook.com" userId="e9d72a7dd8d43541" providerId="LiveId" clId="{C006AC16-6F5C-424B-9670-C28FAB9B523E}" dt="2026-06-04T03:56:55.532" v="874" actId="1038"/>
          <ac:spMkLst>
            <pc:docMk/>
            <pc:sldMk cId="1018340413" sldId="272"/>
            <ac:spMk id="8" creationId="{BE6CF1CE-F441-09CC-581B-4762BB883099}"/>
          </ac:spMkLst>
        </pc:spChg>
        <pc:picChg chg="add mod ord">
          <ac:chgData name="mastertsai@outlook.com" userId="e9d72a7dd8d43541" providerId="LiveId" clId="{C006AC16-6F5C-424B-9670-C28FAB9B523E}" dt="2026-06-04T03:23:38.333" v="827" actId="14100"/>
          <ac:picMkLst>
            <pc:docMk/>
            <pc:sldMk cId="1018340413" sldId="272"/>
            <ac:picMk id="6" creationId="{F3D1D1C4-5E1D-3D93-26F9-266630967103}"/>
          </ac:picMkLst>
        </pc:picChg>
        <pc:picChg chg="del">
          <ac:chgData name="mastertsai@outlook.com" userId="e9d72a7dd8d43541" providerId="LiveId" clId="{C006AC16-6F5C-424B-9670-C28FAB9B523E}" dt="2026-06-04T03:23:25.345" v="823" actId="478"/>
          <ac:picMkLst>
            <pc:docMk/>
            <pc:sldMk cId="1018340413" sldId="272"/>
            <ac:picMk id="7" creationId="{C1475A9B-02B0-C839-0086-CC4E36F5A93D}"/>
          </ac:picMkLst>
        </pc:picChg>
      </pc:sldChg>
      <pc:sldChg chg="addSp modSp new mod">
        <pc:chgData name="mastertsai@outlook.com" userId="e9d72a7dd8d43541" providerId="LiveId" clId="{C006AC16-6F5C-424B-9670-C28FAB9B523E}" dt="2026-06-04T04:15:56.824" v="947" actId="14100"/>
        <pc:sldMkLst>
          <pc:docMk/>
          <pc:sldMk cId="1763817683" sldId="273"/>
        </pc:sldMkLst>
        <pc:spChg chg="mod">
          <ac:chgData name="mastertsai@outlook.com" userId="e9d72a7dd8d43541" providerId="LiveId" clId="{C006AC16-6F5C-424B-9670-C28FAB9B523E}" dt="2026-06-04T04:15:36.754" v="935" actId="20577"/>
          <ac:spMkLst>
            <pc:docMk/>
            <pc:sldMk cId="1763817683" sldId="273"/>
            <ac:spMk id="2" creationId="{A09BC2B8-4DAC-08C7-99A7-308BF8CC7C24}"/>
          </ac:spMkLst>
        </pc:spChg>
        <pc:picChg chg="add mod">
          <ac:chgData name="mastertsai@outlook.com" userId="e9d72a7dd8d43541" providerId="LiveId" clId="{C006AC16-6F5C-424B-9670-C28FAB9B523E}" dt="2026-06-04T04:15:56.824" v="947" actId="14100"/>
          <ac:picMkLst>
            <pc:docMk/>
            <pc:sldMk cId="1763817683" sldId="273"/>
            <ac:picMk id="5" creationId="{70B0C459-561A-8E50-A9B9-81A76A3C88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575EB-E00E-497C-9FFD-B4B64E088A7B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068CB-8EE1-47F1-A764-630EF0053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44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2B13D-6DCD-841F-74F0-D721211F4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59D99C-6D83-891D-526A-46B8FE56F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836D59-37BE-D1A0-9F42-A489BE9E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C833FF-AE44-E092-1069-5BED9276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1283A-E088-1F11-E679-6A905A8E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021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355CE1-6790-15D8-7321-E8A27BA0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F795E8-0CED-C20C-C882-3B7D009E4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A3DA70-FF66-7A3D-B518-8AA69BFE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FA9161-AB5E-8DC2-FC6B-87F37AEE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133392-5DF0-F56C-AAAC-FCCA8BB7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48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D2A88D-BA0A-39B4-CF57-2643144F3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EE24B3-FA65-AEDA-2AC1-7C25CDF7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A21345-B7AA-3297-5C99-885625D64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68E289-7D3B-A5B1-7231-A7F25535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57B6F7-4556-C85D-8837-E37C28F8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9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BF31D-9F6E-67C7-B0ED-C8021BA2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5580B9-7E3E-76AA-946F-D7B30DE62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DD8E6AA-3DD3-52E8-639B-EAB2EE782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920B6A-149D-029B-0164-C7A7E3AA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F1BBEF-0616-6EDC-A9E1-CF39F702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415E59-E8A8-17A9-6CE9-18FD388BA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24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4DAFB3-F65E-DF31-F13C-A098D459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21F8BD-A71E-B37E-E92F-75F2F3934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5E3301-3624-73AF-2EE8-FC3033C82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2D17AF9-60E4-0954-0E09-73AA6AE81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D7442C-A143-6210-65EE-B40FDDFE7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64A200-00AA-56F5-DDAD-B308A41DB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9CC15DF-EE9B-A3E6-856C-6DE8C4CD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8CB88AF-C47C-F346-84FD-86B3B203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930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5B67B3-0FC3-180B-76AB-64E581A7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2F8DAA5-A019-5A2D-2D5A-DA0F0CAD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A5C96A4-1E05-F423-5BBF-248C4893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0CCC7E-130A-6C9C-26B3-C822E8D3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52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83A37B-982A-BF5F-AB4C-A6B091C8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8477142-833A-AFDE-AA9C-7360D7DB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41323F-4490-C3E3-1C49-4EA0EAB4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55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D4AE27-8343-CCED-A87D-4A3DED52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E33843-F64F-8013-3ADA-4E2457BA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469077-3A5E-01AE-66A5-CBE65D582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74001B-978F-3F60-7321-FD4D204F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3CECA86-8A9E-F10B-6230-25832DDB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545DD9-8246-407E-1AB3-AB15839B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65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0000BB-FAE7-2A8C-E7AB-54C6258E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B84194-AAC4-55CF-0806-B27924F8F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E611008-9567-96AA-6ACB-922811A78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56402E-0292-F84C-6E99-38AF9F1C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8880FD-3EE0-AFF1-AD7E-6308D2AA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13884E-0D29-B60C-2B0B-782DE29E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38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32B08-0003-DDF3-1DE6-505FE094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B12BC6-8883-82D2-26F1-429A29BD1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A295AD-44D0-C56B-F0C9-F4215183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13DD49-B8A9-16EB-AA99-4F1873C5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D54D1-C459-DB2C-6711-F763A6E9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25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3A5B13-BED2-B0BF-884E-04DCF4643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0B67BF-BD9E-0BDE-EB29-E914C35EB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33F0E2-8959-0626-E468-72C3569A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7CA6C4-9F2E-F30B-8F87-7673257C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BE4267-D69B-410E-144C-3905E55D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1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026370-D27D-F5C1-E42C-A23445FF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08E461-BC22-D370-1C17-E8E7082F7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B18F64-A136-9ACE-B3E1-7D5294F1A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9627E-E588-489E-8433-ACA74A49B7B2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A0D5F2-A66B-BECB-7D0F-F5592B0A8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80C0A0-B1E7-B46C-407B-15956966D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79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9387-A5E8-FBFA-4CF3-67BB35E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87469-7D6A-D5A8-3945-FFB936C0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B2A99AC-2382-C401-3A0F-0D9E62103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一、辯護三角色的</a:t>
            </a:r>
            <a:r>
              <a:rPr lang="en-US" altLang="zh-TW" dirty="0"/>
              <a:t>prompt</a:t>
            </a:r>
            <a:r>
              <a:rPr lang="zh-TW" altLang="en-US" dirty="0"/>
              <a:t>如何下</a:t>
            </a:r>
            <a:r>
              <a:rPr lang="en-US" altLang="zh-TW" dirty="0"/>
              <a:t>?</a:t>
            </a:r>
          </a:p>
          <a:p>
            <a:pPr lvl="1"/>
            <a:r>
              <a:rPr lang="zh-TW" altLang="en-US" dirty="0"/>
              <a:t>辯護雙方：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ABEE0B-0120-04A2-A4BE-85066FF61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6124"/>
            <a:ext cx="10981550" cy="368987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9246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178F-511C-7593-5DD7-3997CCCC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FAEAA1-7603-3655-51C0-69C1E9B2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1FB4E3-E135-E63B-2F30-6FABD6161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一、辯護三角色的</a:t>
            </a:r>
            <a:r>
              <a:rPr lang="en-US" altLang="zh-TW" dirty="0"/>
              <a:t>prompt</a:t>
            </a:r>
            <a:r>
              <a:rPr lang="zh-TW" altLang="en-US" dirty="0"/>
              <a:t>如何下</a:t>
            </a:r>
            <a:r>
              <a:rPr lang="en-US" altLang="zh-TW" dirty="0"/>
              <a:t>?</a:t>
            </a:r>
          </a:p>
          <a:p>
            <a:pPr lvl="1"/>
            <a:r>
              <a:rPr lang="zh-TW" altLang="en-US" dirty="0"/>
              <a:t>裁判：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88227D4-67B5-DE86-6AB5-F933982E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3272911"/>
            <a:ext cx="11845636" cy="129361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5153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2437-36CF-4DEC-C08B-A41C3069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26097-756D-CFA4-784C-9666CC05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3C1894-52B5-8771-6A4D-55A4ADCDD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二、本地模型因硬體資源受限，改用雲端模型，避免浪費太多時間做調校。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AE16E2-41A6-584D-A7FB-F9B0B896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982" y="3039420"/>
            <a:ext cx="5914810" cy="96187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E1FC3C1-FC2B-9B81-071F-950B6EF36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7" y="4572175"/>
            <a:ext cx="6302286" cy="21490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28C17A8-8868-D39B-193E-5119F6213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301" y="4546969"/>
            <a:ext cx="5655699" cy="2199439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32686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9BC2B8-4DAC-08C7-99A7-308BF8CC7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目前使用資料集</a:t>
            </a:r>
            <a:r>
              <a:rPr lang="en-US" altLang="zh-TW" dirty="0"/>
              <a:t>-Windows APT 2025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A9520-924D-A693-9CDF-55F8F582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0B0C459-561A-8E50-A9B9-81A76A3C8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97" y="1443879"/>
            <a:ext cx="6796276" cy="541412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6381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853736-5130-240C-3998-D1A97E89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-</a:t>
            </a:r>
            <a:r>
              <a:rPr lang="zh-TW" altLang="en-US" dirty="0"/>
              <a:t>模式</a:t>
            </a:r>
            <a:r>
              <a:rPr lang="en-US" altLang="zh-TW" dirty="0"/>
              <a:t>1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C6546F6-8111-7834-CEC6-9E1792593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16" y="1478783"/>
            <a:ext cx="11473882" cy="52268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744C661-CEB2-E059-0B54-CDC7F9002D2C}"/>
              </a:ext>
            </a:extLst>
          </p:cNvPr>
          <p:cNvSpPr/>
          <p:nvPr/>
        </p:nvSpPr>
        <p:spPr>
          <a:xfrm>
            <a:off x="665018" y="5953991"/>
            <a:ext cx="3875809" cy="7516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70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90337-B127-5B45-2B0E-306B1645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911B33-AE5C-221C-D1DB-AD6B1F70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-</a:t>
            </a:r>
            <a:r>
              <a:rPr lang="zh-TW" altLang="en-US" dirty="0"/>
              <a:t>模式</a:t>
            </a:r>
            <a:r>
              <a:rPr lang="en-US" altLang="zh-TW" dirty="0"/>
              <a:t>2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3B89A4F-5BF0-2F13-0869-EDDF0542C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1845"/>
            <a:ext cx="10941878" cy="520579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CD7F6E0-A5FD-0C46-A1F2-A664DDA715B7}"/>
              </a:ext>
            </a:extLst>
          </p:cNvPr>
          <p:cNvSpPr/>
          <p:nvPr/>
        </p:nvSpPr>
        <p:spPr>
          <a:xfrm>
            <a:off x="838200" y="6151419"/>
            <a:ext cx="3702627" cy="595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118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6304-8EC4-5D34-F389-D1A6C4B2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77CBE1-A7BA-BC76-86BE-65FC9D18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-</a:t>
            </a:r>
            <a:r>
              <a:rPr lang="zh-TW" altLang="en-US" dirty="0"/>
              <a:t>模式</a:t>
            </a:r>
            <a:r>
              <a:rPr lang="en-US" altLang="zh-TW" dirty="0"/>
              <a:t>3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C67D76B-A24C-4E06-2C5E-F6AC3E0EE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87" y="1489294"/>
            <a:ext cx="11181625" cy="527936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E181971-7DB8-957B-0063-F957095E38FC}"/>
              </a:ext>
            </a:extLst>
          </p:cNvPr>
          <p:cNvSpPr/>
          <p:nvPr/>
        </p:nvSpPr>
        <p:spPr>
          <a:xfrm>
            <a:off x="613063" y="6161809"/>
            <a:ext cx="3875809" cy="585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58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8280-8F27-413B-8A8E-8AB8A9AD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D8BCE0-C7DC-63AC-FD53-1C4C24C7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-</a:t>
            </a:r>
            <a:r>
              <a:rPr lang="zh-TW" altLang="en-US" dirty="0"/>
              <a:t>模式</a:t>
            </a:r>
            <a:r>
              <a:rPr lang="en-US" altLang="zh-TW" dirty="0"/>
              <a:t>4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3D1D1C4-5E1D-3D93-26F9-266630967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93" y="1552355"/>
            <a:ext cx="11339069" cy="51266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E6CF1CE-F441-09CC-581B-4762BB883099}"/>
              </a:ext>
            </a:extLst>
          </p:cNvPr>
          <p:cNvSpPr/>
          <p:nvPr/>
        </p:nvSpPr>
        <p:spPr>
          <a:xfrm>
            <a:off x="332506" y="5953991"/>
            <a:ext cx="3875809" cy="7516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340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85</Words>
  <Application>Microsoft Office PowerPoint</Application>
  <PresentationFormat>寬螢幕</PresentationFormat>
  <Paragraphs>13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佈景主題</vt:lpstr>
      <vt:lpstr>前次事項</vt:lpstr>
      <vt:lpstr>前次事項</vt:lpstr>
      <vt:lpstr>前次事項</vt:lpstr>
      <vt:lpstr>目前使用資料集-Windows APT 2025</vt:lpstr>
      <vt:lpstr>執行結果-模式1</vt:lpstr>
      <vt:lpstr>執行結果-模式2</vt:lpstr>
      <vt:lpstr>執行結果-模式3</vt:lpstr>
      <vt:lpstr>執行結果-模式4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mastertsai@outlook.com</dc:creator>
  <cp:lastModifiedBy>mastertsai@outlook.com</cp:lastModifiedBy>
  <cp:revision>1</cp:revision>
  <dcterms:created xsi:type="dcterms:W3CDTF">2026-05-15T02:46:21Z</dcterms:created>
  <dcterms:modified xsi:type="dcterms:W3CDTF">2026-06-04T04:15:58Z</dcterms:modified>
</cp:coreProperties>
</file>