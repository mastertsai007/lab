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3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80" r:id="rId18"/>
    <p:sldId id="281" r:id="rId19"/>
    <p:sldId id="282" r:id="rId20"/>
    <p:sldId id="274" r:id="rId21"/>
    <p:sldId id="275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3D4BB4-D8D1-429E-A69C-7C04DA70CFE9}" v="158" dt="2026-04-24T11:52:30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573" autoAdjust="0"/>
  </p:normalViewPr>
  <p:slideViewPr>
    <p:cSldViewPr snapToGrid="0">
      <p:cViewPr varScale="1">
        <p:scale>
          <a:sx n="66" d="100"/>
          <a:sy n="66" d="100"/>
        </p:scale>
        <p:origin x="13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terTsai@outlook.com" userId="e9d72a7dd8d43541" providerId="LiveId" clId="{C006AC16-6F5C-424B-9670-C28FAB9B523E}"/>
    <pc:docChg chg="modSld">
      <pc:chgData name="MasterTsai@outlook.com" userId="e9d72a7dd8d43541" providerId="LiveId" clId="{C006AC16-6F5C-424B-9670-C28FAB9B523E}" dt="2026-04-24T11:52:30.891" v="208"/>
      <pc:docMkLst>
        <pc:docMk/>
      </pc:docMkLst>
      <pc:sldChg chg="modSp mod">
        <pc:chgData name="MasterTsai@outlook.com" userId="e9d72a7dd8d43541" providerId="LiveId" clId="{C006AC16-6F5C-424B-9670-C28FAB9B523E}" dt="2026-04-24T11:52:24.778" v="202"/>
        <pc:sldMkLst>
          <pc:docMk/>
          <pc:sldMk cId="3412080433" sldId="257"/>
        </pc:sldMkLst>
        <pc:spChg chg="mod">
          <ac:chgData name="MasterTsai@outlook.com" userId="e9d72a7dd8d43541" providerId="LiveId" clId="{C006AC16-6F5C-424B-9670-C28FAB9B523E}" dt="2026-04-24T11:52:24.778" v="202"/>
          <ac:spMkLst>
            <pc:docMk/>
            <pc:sldMk cId="3412080433" sldId="257"/>
            <ac:spMk id="2" creationId="{4747B3E8-E9F8-491D-B9CD-099F1D5E0163}"/>
          </ac:spMkLst>
        </pc:spChg>
      </pc:sldChg>
      <pc:sldChg chg="modSp mod">
        <pc:chgData name="MasterTsai@outlook.com" userId="e9d72a7dd8d43541" providerId="LiveId" clId="{C006AC16-6F5C-424B-9670-C28FAB9B523E}" dt="2026-04-24T11:52:30.891" v="208"/>
        <pc:sldMkLst>
          <pc:docMk/>
          <pc:sldMk cId="843888536" sldId="258"/>
        </pc:sldMkLst>
        <pc:spChg chg="mod">
          <ac:chgData name="MasterTsai@outlook.com" userId="e9d72a7dd8d43541" providerId="LiveId" clId="{C006AC16-6F5C-424B-9670-C28FAB9B523E}" dt="2026-04-24T11:52:30.891" v="208"/>
          <ac:spMkLst>
            <pc:docMk/>
            <pc:sldMk cId="843888536" sldId="258"/>
            <ac:spMk id="2" creationId="{297F74CE-B265-042C-3742-7418F5741FB5}"/>
          </ac:spMkLst>
        </pc:spChg>
      </pc:sldChg>
      <pc:sldChg chg="modSp mod">
        <pc:chgData name="MasterTsai@outlook.com" userId="e9d72a7dd8d43541" providerId="LiveId" clId="{C006AC16-6F5C-424B-9670-C28FAB9B523E}" dt="2026-04-24T11:36:42.719" v="190"/>
        <pc:sldMkLst>
          <pc:docMk/>
          <pc:sldMk cId="3807316840" sldId="274"/>
        </pc:sldMkLst>
        <pc:spChg chg="mod">
          <ac:chgData name="MasterTsai@outlook.com" userId="e9d72a7dd8d43541" providerId="LiveId" clId="{C006AC16-6F5C-424B-9670-C28FAB9B523E}" dt="2026-04-24T11:36:42.719" v="190"/>
          <ac:spMkLst>
            <pc:docMk/>
            <pc:sldMk cId="3807316840" sldId="274"/>
            <ac:spMk id="3" creationId="{61C8EF90-EEDE-6EBA-3DD1-EEC114033695}"/>
          </ac:spMkLst>
        </pc:spChg>
      </pc:sldChg>
      <pc:sldChg chg="modSp mod">
        <pc:chgData name="MasterTsai@outlook.com" userId="e9d72a7dd8d43541" providerId="LiveId" clId="{C006AC16-6F5C-424B-9670-C28FAB9B523E}" dt="2026-04-24T11:40:29.693" v="196" actId="20577"/>
        <pc:sldMkLst>
          <pc:docMk/>
          <pc:sldMk cId="1323759624" sldId="282"/>
        </pc:sldMkLst>
        <pc:spChg chg="mod">
          <ac:chgData name="MasterTsai@outlook.com" userId="e9d72a7dd8d43541" providerId="LiveId" clId="{C006AC16-6F5C-424B-9670-C28FAB9B523E}" dt="2026-04-24T11:40:29.693" v="196" actId="20577"/>
          <ac:spMkLst>
            <pc:docMk/>
            <pc:sldMk cId="1323759624" sldId="282"/>
            <ac:spMk id="9" creationId="{3A34824A-A5F8-FAC4-7D51-09AEE95AFB50}"/>
          </ac:spMkLst>
        </pc:spChg>
      </pc:sldChg>
    </pc:docChg>
  </pc:docChgLst>
  <pc:docChgLst>
    <pc:chgData name="mastertsai@outlook.com" userId="e9d72a7dd8d43541" providerId="LiveId" clId="{C006AC16-6F5C-424B-9670-C28FAB9B523E}"/>
    <pc:docChg chg="undo custSel addSld delSld modSld">
      <pc:chgData name="mastertsai@outlook.com" userId="e9d72a7dd8d43541" providerId="LiveId" clId="{C006AC16-6F5C-424B-9670-C28FAB9B523E}" dt="2026-04-27T12:29:44.684" v="420" actId="2711"/>
      <pc:docMkLst>
        <pc:docMk/>
      </pc:docMkLst>
      <pc:sldChg chg="modSp mod">
        <pc:chgData name="mastertsai@outlook.com" userId="e9d72a7dd8d43541" providerId="LiveId" clId="{C006AC16-6F5C-424B-9670-C28FAB9B523E}" dt="2026-04-22T17:02:50.981" v="9" actId="20577"/>
        <pc:sldMkLst>
          <pc:docMk/>
          <pc:sldMk cId="3160876829" sldId="269"/>
        </pc:sldMkLst>
        <pc:spChg chg="mod">
          <ac:chgData name="mastertsai@outlook.com" userId="e9d72a7dd8d43541" providerId="LiveId" clId="{C006AC16-6F5C-424B-9670-C28FAB9B523E}" dt="2026-04-22T17:02:50.981" v="9" actId="20577"/>
          <ac:spMkLst>
            <pc:docMk/>
            <pc:sldMk cId="3160876829" sldId="269"/>
            <ac:spMk id="2" creationId="{0527A0AF-5849-6684-C1FD-DE009502C03F}"/>
          </ac:spMkLst>
        </pc:spChg>
      </pc:sldChg>
      <pc:sldChg chg="addSp delSp modSp mod">
        <pc:chgData name="mastertsai@outlook.com" userId="e9d72a7dd8d43541" providerId="LiveId" clId="{C006AC16-6F5C-424B-9670-C28FAB9B523E}" dt="2026-04-22T17:05:28.068" v="68" actId="20577"/>
        <pc:sldMkLst>
          <pc:docMk/>
          <pc:sldMk cId="708242592" sldId="271"/>
        </pc:sldMkLst>
        <pc:spChg chg="mod">
          <ac:chgData name="mastertsai@outlook.com" userId="e9d72a7dd8d43541" providerId="LiveId" clId="{C006AC16-6F5C-424B-9670-C28FAB9B523E}" dt="2026-04-22T17:05:28.068" v="68" actId="20577"/>
          <ac:spMkLst>
            <pc:docMk/>
            <pc:sldMk cId="708242592" sldId="271"/>
            <ac:spMk id="2" creationId="{8CCC195B-4CCC-C395-28F7-EF6C3D92B0CB}"/>
          </ac:spMkLst>
        </pc:spChg>
        <pc:picChg chg="add mod">
          <ac:chgData name="mastertsai@outlook.com" userId="e9d72a7dd8d43541" providerId="LiveId" clId="{C006AC16-6F5C-424B-9670-C28FAB9B523E}" dt="2026-04-22T17:05:10.219" v="58" actId="1076"/>
          <ac:picMkLst>
            <pc:docMk/>
            <pc:sldMk cId="708242592" sldId="271"/>
            <ac:picMk id="5" creationId="{E80EA9DE-AAF8-EDC8-F7DB-236E9A719884}"/>
          </ac:picMkLst>
        </pc:picChg>
      </pc:sldChg>
      <pc:sldChg chg="addSp delSp modSp add mod">
        <pc:chgData name="mastertsai@outlook.com" userId="e9d72a7dd8d43541" providerId="LiveId" clId="{C006AC16-6F5C-424B-9670-C28FAB9B523E}" dt="2026-04-22T17:06:06.552" v="81" actId="1076"/>
        <pc:sldMkLst>
          <pc:docMk/>
          <pc:sldMk cId="2076434131" sldId="272"/>
        </pc:sldMkLst>
        <pc:picChg chg="add mod">
          <ac:chgData name="mastertsai@outlook.com" userId="e9d72a7dd8d43541" providerId="LiveId" clId="{C006AC16-6F5C-424B-9670-C28FAB9B523E}" dt="2026-04-22T17:06:06.552" v="81" actId="1076"/>
          <ac:picMkLst>
            <pc:docMk/>
            <pc:sldMk cId="2076434131" sldId="272"/>
            <ac:picMk id="4" creationId="{90BDB5CC-ED4E-7191-8D25-9B16462A6D39}"/>
          </ac:picMkLst>
        </pc:picChg>
      </pc:sldChg>
      <pc:sldChg chg="modSp new mod modNotesTx">
        <pc:chgData name="mastertsai@outlook.com" userId="e9d72a7dd8d43541" providerId="LiveId" clId="{C006AC16-6F5C-424B-9670-C28FAB9B523E}" dt="2026-04-23T02:46:24.475" v="210"/>
        <pc:sldMkLst>
          <pc:docMk/>
          <pc:sldMk cId="3807316840" sldId="274"/>
        </pc:sldMkLst>
        <pc:spChg chg="mod">
          <ac:chgData name="mastertsai@outlook.com" userId="e9d72a7dd8d43541" providerId="LiveId" clId="{C006AC16-6F5C-424B-9670-C28FAB9B523E}" dt="2026-04-22T17:07:47.224" v="111"/>
          <ac:spMkLst>
            <pc:docMk/>
            <pc:sldMk cId="3807316840" sldId="274"/>
            <ac:spMk id="2" creationId="{B4A0799F-A56F-0948-F1B1-9F6956D876F6}"/>
          </ac:spMkLst>
        </pc:spChg>
        <pc:spChg chg="mod">
          <ac:chgData name="mastertsai@outlook.com" userId="e9d72a7dd8d43541" providerId="LiveId" clId="{C006AC16-6F5C-424B-9670-C28FAB9B523E}" dt="2026-04-23T02:46:24.475" v="210"/>
          <ac:spMkLst>
            <pc:docMk/>
            <pc:sldMk cId="3807316840" sldId="274"/>
            <ac:spMk id="3" creationId="{61C8EF90-EEDE-6EBA-3DD1-EEC114033695}"/>
          </ac:spMkLst>
        </pc:spChg>
      </pc:sldChg>
      <pc:sldChg chg="modSp new mod">
        <pc:chgData name="mastertsai@outlook.com" userId="e9d72a7dd8d43541" providerId="LiveId" clId="{C006AC16-6F5C-424B-9670-C28FAB9B523E}" dt="2026-04-27T12:29:44.684" v="420" actId="2711"/>
        <pc:sldMkLst>
          <pc:docMk/>
          <pc:sldMk cId="2901360580" sldId="275"/>
        </pc:sldMkLst>
        <pc:spChg chg="mod">
          <ac:chgData name="mastertsai@outlook.com" userId="e9d72a7dd8d43541" providerId="LiveId" clId="{C006AC16-6F5C-424B-9670-C28FAB9B523E}" dt="2026-04-23T03:39:38.684" v="413"/>
          <ac:spMkLst>
            <pc:docMk/>
            <pc:sldMk cId="2901360580" sldId="275"/>
            <ac:spMk id="2" creationId="{281FFC05-E2AC-3EBD-2F1B-81939B369947}"/>
          </ac:spMkLst>
        </pc:spChg>
        <pc:spChg chg="mod">
          <ac:chgData name="mastertsai@outlook.com" userId="e9d72a7dd8d43541" providerId="LiveId" clId="{C006AC16-6F5C-424B-9670-C28FAB9B523E}" dt="2026-04-27T12:29:44.684" v="420" actId="2711"/>
          <ac:spMkLst>
            <pc:docMk/>
            <pc:sldMk cId="2901360580" sldId="275"/>
            <ac:spMk id="3" creationId="{EE64B50D-511F-24DE-6AD9-C0FAE955D7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BA9B8-3510-480B-BB63-BBB73F92C50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C83CB8-085F-43FE-97C6-2649EDEF9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1312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C83CB8-085F-43FE-97C6-2649EDEF9181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8910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C83CB8-085F-43FE-97C6-2649EDEF9181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879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5572A7-1523-A666-28C4-E244BF8D6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6569E1C-4602-E70B-4624-C834F53D4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7DD6CD-AD13-6AA6-0607-8DC3334B4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48253-16AA-4B4B-9E6A-83EB1651AABF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05DC68-2BBD-6146-F845-B9F959FA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D27879-25EB-F791-56FC-E1780EA8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86FD-13C0-451F-93BF-4A340034AB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8257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8095EE-A742-00E8-9CB6-DD4E6A118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CA3499-62C8-0991-3E63-A42033688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4885FB-DEB8-95E0-1080-57717D0A9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48253-16AA-4B4B-9E6A-83EB1651AABF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9D335-F0AF-E722-EBF5-BD8EB3D60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F7CF6C-EC15-AA58-FCB6-6848CD28F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86FD-13C0-451F-93BF-4A340034AB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2363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94D07B-1F0D-13BF-5AB1-57DDF08B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3B35238-7D3D-B576-0F86-E8FA5669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CF06E7-DAF6-A7E5-8C51-E772DC147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48253-16AA-4B4B-9E6A-83EB1651AABF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CAFB23-936A-C699-B7C4-DA2705164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B323BF-D016-7B63-982E-ABADAE9A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86FD-13C0-451F-93BF-4A340034AB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9176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184E1B-A8FF-AABF-A865-499B7D282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73709A-2E8D-F9DC-F5AD-5CE6C8FEE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CB2595D-9024-FD4C-8CB1-673844B95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56F601-6F5E-50D2-D4C3-D5CD5393D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48253-16AA-4B4B-9E6A-83EB1651AABF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51A1DF-FBA3-AA2B-9C2E-99020311D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665A976-F690-7C5D-28F6-830D4C4FA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86FD-13C0-451F-93BF-4A340034AB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9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6A8084-E77C-F6AA-1617-4692ADB1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E36F77-67A9-566E-1891-32EFFFACB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1AAA038-23E5-D5B2-7471-7D3E72F9A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B785F49-0C6F-DC05-4555-50FB2B914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11CD38-D2C3-A88D-F6B2-F2B914CA5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CF5F99E-7F78-712F-E901-6923AE4D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48253-16AA-4B4B-9E6A-83EB1651AABF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45F5DB6-CFE7-BC7C-DE69-DC170177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10BF70-AE1E-9E72-87FA-E28607E3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86FD-13C0-451F-93BF-4A340034AB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869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6A73D-7F7F-CDEC-1886-CFB23EFE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1DA4EBA-BAB7-28F3-D7D3-9A05E673D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48253-16AA-4B4B-9E6A-83EB1651AABF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C68A68C-A109-3186-6E15-F2A32AB6A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DC6973F-A93A-8D71-F94C-335699824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86FD-13C0-451F-93BF-4A340034AB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993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1B3A482-184A-1D5D-43ED-32B1D3B8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48253-16AA-4B4B-9E6A-83EB1651AABF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AD24796-A555-C3F5-ABB8-F56D244DA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96D4E8-76DF-DDF1-81ED-19C88E55A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86FD-13C0-451F-93BF-4A340034AB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3256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9A6476-3656-6E46-E042-25794E0D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954A80-DE23-9E8E-C399-202D33E3C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C8A616-8BC2-0D56-D7A6-D3FC320BD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063D126-123B-8EA2-4D83-CBD28CBC8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48253-16AA-4B4B-9E6A-83EB1651AABF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3EA94E-2AFC-3CCF-F173-5FA3F8C2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4D6201-3AE9-13EB-BED5-B940BAC1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86FD-13C0-451F-93BF-4A340034AB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513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17BF50-0544-E078-AFD0-9E325EFE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CBE952-E0C7-69BB-8243-9EDBB5083D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26CF85-E559-01C1-BC09-377EECC70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28EF69-F43B-2B6B-54FE-62872036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48253-16AA-4B4B-9E6A-83EB1651AABF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F1BE5DB-1B90-5374-4721-DDC70711B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3069E90-5ACA-D81D-1C5A-1A4BF57B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86FD-13C0-451F-93BF-4A340034AB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9641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788309-B25D-794A-2A3F-FC7E0C2BB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B99F9BE-1C03-C987-1ACD-7003D029A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71D3FD-AAFD-D346-8F03-2E0D83CE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48253-16AA-4B4B-9E6A-83EB1651AABF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78A092-1434-CEA9-3FB4-B44C4DCB0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B4BA63-6C86-21C4-3C4E-3D26B99D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86FD-13C0-451F-93BF-4A340034AB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4194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2096B52-5378-0909-B7DF-24704C94D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C12B2AE-6B7B-3736-7CDC-61C8BEBA3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0D7627-E9E8-D394-2B3E-F1374F4B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48253-16AA-4B4B-9E6A-83EB1651AABF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37EAC4-56DA-E08C-C790-2108E04B2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EF51FB-29E3-C6EE-DF1E-0D84BC4B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86FD-13C0-451F-93BF-4A340034AB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014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FA3D654-6012-EDE1-A257-77E80FB6B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9EE9BB0-2322-6AD4-569A-834C3C29A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F6D323-823D-B055-CE4E-B9FBF1115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48253-16AA-4B4B-9E6A-83EB1651AABF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6BA620-D418-E87A-F832-24D3DDF3D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EEDEDE-8261-3698-838B-00B398039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486FD-13C0-451F-93BF-4A340034AB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6376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4278E-07E1-3029-583A-131379BA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75EE72-34DC-4B66-42A0-38C51610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Single Agent(Phi3 tunning</a:t>
            </a:r>
            <a:r>
              <a:rPr lang="zh-TW" altLang="en-US" dirty="0"/>
              <a:t>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1EC6628-FD25-9907-7E8B-DA384AF23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434" y="1690688"/>
            <a:ext cx="9270902" cy="52148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8643FB6-9ABF-A093-5D07-201F45039A31}"/>
              </a:ext>
            </a:extLst>
          </p:cNvPr>
          <p:cNvSpPr txBox="1"/>
          <p:nvPr/>
        </p:nvSpPr>
        <p:spPr>
          <a:xfrm>
            <a:off x="4040270" y="5846544"/>
            <a:ext cx="1354858" cy="646331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solidFill>
                  <a:srgbClr val="FF0000"/>
                </a:solidFill>
              </a:rPr>
              <a:t>第</a:t>
            </a:r>
            <a:r>
              <a:rPr lang="en-US" altLang="zh-TW" sz="3600" dirty="0">
                <a:solidFill>
                  <a:srgbClr val="FF0000"/>
                </a:solidFill>
              </a:rPr>
              <a:t>1</a:t>
            </a:r>
            <a:r>
              <a:rPr lang="zh-TW" altLang="en-US" sz="3600" dirty="0">
                <a:solidFill>
                  <a:srgbClr val="FF0000"/>
                </a:solidFill>
              </a:rPr>
              <a:t>次</a:t>
            </a:r>
          </a:p>
        </p:txBody>
      </p:sp>
    </p:spTree>
    <p:extLst>
      <p:ext uri="{BB962C8B-B14F-4D97-AF65-F5344CB8AC3E}">
        <p14:creationId xmlns:p14="http://schemas.microsoft.com/office/powerpoint/2010/main" val="4128834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21498-DFDF-C83D-3A4C-92782C771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F83575-B8D4-9F3D-B32A-E662CCF18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Single Agent(Phi3 tunning</a:t>
            </a:r>
            <a:r>
              <a:rPr lang="zh-TW" altLang="en-US" dirty="0"/>
              <a:t>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510315F2-62E9-9C72-508A-F3B4E59C9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055" y="1690688"/>
            <a:ext cx="9220200" cy="518636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E4105CC-AEB0-0BBA-1450-E9070107EC7A}"/>
              </a:ext>
            </a:extLst>
          </p:cNvPr>
          <p:cNvSpPr txBox="1"/>
          <p:nvPr/>
        </p:nvSpPr>
        <p:spPr>
          <a:xfrm>
            <a:off x="4040270" y="5846544"/>
            <a:ext cx="1354858" cy="646331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solidFill>
                  <a:srgbClr val="FF0000"/>
                </a:solidFill>
              </a:rPr>
              <a:t>第</a:t>
            </a:r>
            <a:r>
              <a:rPr lang="en-US" altLang="zh-TW" sz="3600" dirty="0">
                <a:solidFill>
                  <a:srgbClr val="FF0000"/>
                </a:solidFill>
              </a:rPr>
              <a:t>2</a:t>
            </a:r>
            <a:r>
              <a:rPr lang="zh-TW" altLang="en-US" sz="3600" dirty="0">
                <a:solidFill>
                  <a:srgbClr val="FF0000"/>
                </a:solidFill>
              </a:rPr>
              <a:t>次</a:t>
            </a:r>
          </a:p>
        </p:txBody>
      </p:sp>
    </p:spTree>
    <p:extLst>
      <p:ext uri="{BB962C8B-B14F-4D97-AF65-F5344CB8AC3E}">
        <p14:creationId xmlns:p14="http://schemas.microsoft.com/office/powerpoint/2010/main" val="1671939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47B3E8-E9F8-491D-B9CD-099F1D5E0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Single Agent(Phi3 tunning</a:t>
            </a:r>
            <a:r>
              <a:rPr lang="zh-TW" altLang="en-US" dirty="0"/>
              <a:t>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1785A5F5-D4A9-0960-EBDE-61F0EF4E4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998" y="1690688"/>
            <a:ext cx="9186332" cy="516731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7D971F5C-9FF1-8018-284B-DB326506284B}"/>
              </a:ext>
            </a:extLst>
          </p:cNvPr>
          <p:cNvSpPr txBox="1"/>
          <p:nvPr/>
        </p:nvSpPr>
        <p:spPr>
          <a:xfrm>
            <a:off x="4040270" y="5846544"/>
            <a:ext cx="1354858" cy="646331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solidFill>
                  <a:srgbClr val="FF0000"/>
                </a:solidFill>
              </a:rPr>
              <a:t>第</a:t>
            </a:r>
            <a:r>
              <a:rPr lang="en-US" altLang="zh-TW" sz="3600" dirty="0">
                <a:solidFill>
                  <a:srgbClr val="FF0000"/>
                </a:solidFill>
              </a:rPr>
              <a:t>1</a:t>
            </a:r>
            <a:r>
              <a:rPr lang="zh-TW" altLang="en-US" sz="3600" dirty="0">
                <a:solidFill>
                  <a:srgbClr val="FF0000"/>
                </a:solidFill>
              </a:rPr>
              <a:t>次</a:t>
            </a:r>
          </a:p>
        </p:txBody>
      </p:sp>
    </p:spTree>
    <p:extLst>
      <p:ext uri="{BB962C8B-B14F-4D97-AF65-F5344CB8AC3E}">
        <p14:creationId xmlns:p14="http://schemas.microsoft.com/office/powerpoint/2010/main" val="341208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789A2-3F0F-1F32-B060-F5C84BE1C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7F74CE-B265-042C-3742-7418F5741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Single Agent(Phi3 tunning</a:t>
            </a:r>
            <a:r>
              <a:rPr lang="zh-TW" altLang="en-US"/>
              <a:t>後</a:t>
            </a:r>
            <a:r>
              <a:rPr lang="en-US" altLang="zh-TW"/>
              <a:t>)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766BBCC-1ED5-2E37-618D-69DCB541D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86" y="1690688"/>
            <a:ext cx="9203289" cy="517685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7BBA0F42-FC66-CE14-6328-6AD56E370F0C}"/>
              </a:ext>
            </a:extLst>
          </p:cNvPr>
          <p:cNvSpPr txBox="1"/>
          <p:nvPr/>
        </p:nvSpPr>
        <p:spPr>
          <a:xfrm>
            <a:off x="4040270" y="5846544"/>
            <a:ext cx="1354858" cy="646331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solidFill>
                  <a:srgbClr val="FF0000"/>
                </a:solidFill>
              </a:rPr>
              <a:t>第</a:t>
            </a:r>
            <a:r>
              <a:rPr lang="en-US" altLang="zh-TW" sz="3600" dirty="0">
                <a:solidFill>
                  <a:srgbClr val="FF0000"/>
                </a:solidFill>
              </a:rPr>
              <a:t>2</a:t>
            </a:r>
            <a:r>
              <a:rPr lang="zh-TW" altLang="en-US" sz="3600" dirty="0">
                <a:solidFill>
                  <a:srgbClr val="FF0000"/>
                </a:solidFill>
              </a:rPr>
              <a:t>次</a:t>
            </a:r>
          </a:p>
        </p:txBody>
      </p:sp>
    </p:spTree>
    <p:extLst>
      <p:ext uri="{BB962C8B-B14F-4D97-AF65-F5344CB8AC3E}">
        <p14:creationId xmlns:p14="http://schemas.microsoft.com/office/powerpoint/2010/main" val="843888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6AD03-41FC-418E-B2EE-453C761D7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980ADC-382A-0A47-2327-3C789525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Single Agent(llama)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39A7BB3-6A94-59D3-C90B-EACCC406D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371" y="1690687"/>
            <a:ext cx="9343746" cy="5255857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6F0BD44-FA73-5F20-A0D2-D51FF9B76577}"/>
              </a:ext>
            </a:extLst>
          </p:cNvPr>
          <p:cNvSpPr txBox="1"/>
          <p:nvPr/>
        </p:nvSpPr>
        <p:spPr>
          <a:xfrm>
            <a:off x="4040270" y="5846544"/>
            <a:ext cx="1354858" cy="646331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solidFill>
                  <a:srgbClr val="FF0000"/>
                </a:solidFill>
              </a:rPr>
              <a:t>第</a:t>
            </a:r>
            <a:r>
              <a:rPr lang="en-US" altLang="zh-TW" sz="3600" dirty="0">
                <a:solidFill>
                  <a:srgbClr val="FF0000"/>
                </a:solidFill>
              </a:rPr>
              <a:t>1</a:t>
            </a:r>
            <a:r>
              <a:rPr lang="zh-TW" altLang="en-US" sz="3600" dirty="0">
                <a:solidFill>
                  <a:srgbClr val="FF0000"/>
                </a:solidFill>
              </a:rPr>
              <a:t>次</a:t>
            </a:r>
          </a:p>
        </p:txBody>
      </p:sp>
    </p:spTree>
    <p:extLst>
      <p:ext uri="{BB962C8B-B14F-4D97-AF65-F5344CB8AC3E}">
        <p14:creationId xmlns:p14="http://schemas.microsoft.com/office/powerpoint/2010/main" val="932097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1DC72-38EB-250C-F0E4-2394BCB7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D33F5F-DCB7-3AF4-E61D-EB306C5E7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Single Agent(llama)</a:t>
            </a:r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0239F374-7D8A-8FFB-F06F-7B9FDEDE92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42" y="1690688"/>
            <a:ext cx="9282129" cy="522119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CDDBDB1-135D-C986-3C8A-97BD3754E086}"/>
              </a:ext>
            </a:extLst>
          </p:cNvPr>
          <p:cNvSpPr txBox="1"/>
          <p:nvPr/>
        </p:nvSpPr>
        <p:spPr>
          <a:xfrm>
            <a:off x="4040270" y="5846544"/>
            <a:ext cx="1354858" cy="646331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solidFill>
                  <a:srgbClr val="FF0000"/>
                </a:solidFill>
              </a:rPr>
              <a:t>第</a:t>
            </a:r>
            <a:r>
              <a:rPr lang="en-US" altLang="zh-TW" sz="3600" dirty="0">
                <a:solidFill>
                  <a:srgbClr val="FF0000"/>
                </a:solidFill>
              </a:rPr>
              <a:t>2</a:t>
            </a:r>
            <a:r>
              <a:rPr lang="zh-TW" altLang="en-US" sz="3600" dirty="0">
                <a:solidFill>
                  <a:srgbClr val="FF0000"/>
                </a:solidFill>
              </a:rPr>
              <a:t>次</a:t>
            </a:r>
          </a:p>
        </p:txBody>
      </p:sp>
    </p:spTree>
    <p:extLst>
      <p:ext uri="{BB962C8B-B14F-4D97-AF65-F5344CB8AC3E}">
        <p14:creationId xmlns:p14="http://schemas.microsoft.com/office/powerpoint/2010/main" val="241259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01807-6B91-B05D-3C79-BF9CBF4E3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CA8C9B-F21B-179D-8358-67FFE3BA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Single Agent(gemma)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57468344-DE5F-3637-C4A9-B9455B6E7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7"/>
            <a:ext cx="9272752" cy="521592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04DD62A-7094-4BE6-350A-D20912022F55}"/>
              </a:ext>
            </a:extLst>
          </p:cNvPr>
          <p:cNvSpPr txBox="1"/>
          <p:nvPr/>
        </p:nvSpPr>
        <p:spPr>
          <a:xfrm>
            <a:off x="4040270" y="5846544"/>
            <a:ext cx="1354858" cy="646331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solidFill>
                  <a:srgbClr val="FF0000"/>
                </a:solidFill>
              </a:rPr>
              <a:t>第</a:t>
            </a:r>
            <a:r>
              <a:rPr lang="en-US" altLang="zh-TW" sz="3600" dirty="0">
                <a:solidFill>
                  <a:srgbClr val="FF0000"/>
                </a:solidFill>
              </a:rPr>
              <a:t>1</a:t>
            </a:r>
            <a:r>
              <a:rPr lang="zh-TW" altLang="en-US" sz="3600" dirty="0">
                <a:solidFill>
                  <a:srgbClr val="FF0000"/>
                </a:solidFill>
              </a:rPr>
              <a:t>次</a:t>
            </a:r>
          </a:p>
        </p:txBody>
      </p:sp>
    </p:spTree>
    <p:extLst>
      <p:ext uri="{BB962C8B-B14F-4D97-AF65-F5344CB8AC3E}">
        <p14:creationId xmlns:p14="http://schemas.microsoft.com/office/powerpoint/2010/main" val="3894370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A900F-5A12-1EF7-290D-33F85283C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D93770-6728-F6EC-768E-3DADCB776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Single Agent(gemma)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D752AFB-0BCC-B582-418A-8B427B62D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969" y="1690687"/>
            <a:ext cx="9300962" cy="523179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6679F3C-2BFA-AEAC-57F3-2D52B61309CF}"/>
              </a:ext>
            </a:extLst>
          </p:cNvPr>
          <p:cNvSpPr txBox="1"/>
          <p:nvPr/>
        </p:nvSpPr>
        <p:spPr>
          <a:xfrm>
            <a:off x="4040270" y="5846544"/>
            <a:ext cx="1354858" cy="646331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solidFill>
                  <a:srgbClr val="FF0000"/>
                </a:solidFill>
              </a:rPr>
              <a:t>第</a:t>
            </a:r>
            <a:r>
              <a:rPr lang="en-US" altLang="zh-TW" sz="3600" dirty="0">
                <a:solidFill>
                  <a:srgbClr val="FF0000"/>
                </a:solidFill>
              </a:rPr>
              <a:t>2</a:t>
            </a:r>
            <a:r>
              <a:rPr lang="zh-TW" altLang="en-US" sz="3600" dirty="0">
                <a:solidFill>
                  <a:srgbClr val="FF0000"/>
                </a:solidFill>
              </a:rPr>
              <a:t>次</a:t>
            </a:r>
          </a:p>
        </p:txBody>
      </p:sp>
    </p:spTree>
    <p:extLst>
      <p:ext uri="{BB962C8B-B14F-4D97-AF65-F5344CB8AC3E}">
        <p14:creationId xmlns:p14="http://schemas.microsoft.com/office/powerpoint/2010/main" val="3073677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E0BB8-E2FA-0200-DAE3-6A627FE6D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E6424-395A-C994-C0AE-F180D5FE3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Multi Agent(gemma)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8320DC9-2CD0-D3A3-8C50-A4BD2FD2F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7" y="1770134"/>
            <a:ext cx="9081655" cy="4824629"/>
          </a:xfrm>
          <a:prstGeom prst="rect">
            <a:avLst/>
          </a:prstGeom>
          <a:ln w="50800">
            <a:solidFill>
              <a:srgbClr val="FF0000"/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C2D4EE4-5C4E-47E0-D313-0D16835A4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799" y="1665793"/>
            <a:ext cx="9230591" cy="5192207"/>
          </a:xfrm>
          <a:prstGeom prst="rect">
            <a:avLst/>
          </a:prstGeom>
          <a:ln w="50800">
            <a:solidFill>
              <a:srgbClr val="FF0000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74ABCBE-BD61-8A37-3C19-81054CFC0D00}"/>
              </a:ext>
            </a:extLst>
          </p:cNvPr>
          <p:cNvSpPr/>
          <p:nvPr/>
        </p:nvSpPr>
        <p:spPr>
          <a:xfrm>
            <a:off x="1573619" y="5146158"/>
            <a:ext cx="861237" cy="616689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CF2E12-6C7B-9FB4-7D38-90422CD92EFA}"/>
              </a:ext>
            </a:extLst>
          </p:cNvPr>
          <p:cNvSpPr/>
          <p:nvPr/>
        </p:nvSpPr>
        <p:spPr>
          <a:xfrm>
            <a:off x="6519691" y="5348176"/>
            <a:ext cx="861237" cy="616689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2922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0B071-B9C4-2839-55C3-080043BF9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8A45B1-291D-5195-ACF7-3ACFED449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Multi Agent(llama)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FCFA7A7-4EEE-39FC-6307-CD6FFE829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09" y="1690688"/>
            <a:ext cx="9292936" cy="5227277"/>
          </a:xfrm>
          <a:prstGeom prst="rect">
            <a:avLst/>
          </a:prstGeom>
          <a:ln w="41275">
            <a:solidFill>
              <a:srgbClr val="FF0000"/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38571B1-3D71-A170-230C-42C4076F8B32}"/>
              </a:ext>
            </a:extLst>
          </p:cNvPr>
          <p:cNvSpPr/>
          <p:nvPr/>
        </p:nvSpPr>
        <p:spPr>
          <a:xfrm>
            <a:off x="1552837" y="5448516"/>
            <a:ext cx="861237" cy="616689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17B33BD-90A3-606F-CDC3-FB5BE1087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628" y="1427668"/>
            <a:ext cx="10228118" cy="575331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C7A5FAC-DD8B-9066-293B-61B0060B07CA}"/>
              </a:ext>
            </a:extLst>
          </p:cNvPr>
          <p:cNvSpPr/>
          <p:nvPr/>
        </p:nvSpPr>
        <p:spPr>
          <a:xfrm>
            <a:off x="5466384" y="5565176"/>
            <a:ext cx="861237" cy="616689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734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248B1-0247-B377-A0F2-A5B951D1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4400CA-8C3F-4E70-FDBA-9FF8BA775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Multi Agent(phi)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7F340F-DB80-EAAD-5383-5D20A1F79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99" y="1472911"/>
            <a:ext cx="9573491" cy="538508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ED6F16B-3F33-7084-29AE-1A10848C56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417" y="1690688"/>
            <a:ext cx="10394373" cy="584683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EBA12B9-6509-6252-68DA-67E751132ACC}"/>
              </a:ext>
            </a:extLst>
          </p:cNvPr>
          <p:cNvSpPr/>
          <p:nvPr/>
        </p:nvSpPr>
        <p:spPr>
          <a:xfrm>
            <a:off x="1673540" y="5273320"/>
            <a:ext cx="861237" cy="616689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8BC90B-9D39-4132-4E90-6DCE0DD62998}"/>
              </a:ext>
            </a:extLst>
          </p:cNvPr>
          <p:cNvSpPr/>
          <p:nvPr/>
        </p:nvSpPr>
        <p:spPr>
          <a:xfrm>
            <a:off x="5334928" y="5922334"/>
            <a:ext cx="861237" cy="616689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586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085F-C4B6-1650-D8B8-096FE69E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7CCE19-1CF2-37CA-4128-558983B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Multi Agent(</a:t>
            </a:r>
            <a:r>
              <a:rPr lang="en-US" altLang="zh-TW" dirty="0" err="1"/>
              <a:t>phi+llama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4D7F59C-9050-DF93-2D3F-963A2E7FE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35" y="1483302"/>
            <a:ext cx="9739745" cy="547860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A6BDB25-11FB-A8FF-7C32-F40B603EFDF4}"/>
              </a:ext>
            </a:extLst>
          </p:cNvPr>
          <p:cNvSpPr/>
          <p:nvPr/>
        </p:nvSpPr>
        <p:spPr>
          <a:xfrm>
            <a:off x="2743804" y="5395480"/>
            <a:ext cx="861237" cy="616689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1003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A012-9743-6E68-6BE1-8C9E3447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27A0AF-5849-6684-C1FD-DE009502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Multi Agent(</a:t>
            </a:r>
            <a:r>
              <a:rPr lang="en-US" altLang="zh-TW" dirty="0" err="1"/>
              <a:t>phi+gemma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2ECB8D2-A76A-33AF-50EA-5B61CE76F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2128"/>
            <a:ext cx="10515601" cy="591502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8521CAC-3244-9CBE-4BB7-AC132DC44924}"/>
              </a:ext>
            </a:extLst>
          </p:cNvPr>
          <p:cNvSpPr/>
          <p:nvPr/>
        </p:nvSpPr>
        <p:spPr>
          <a:xfrm>
            <a:off x="2359340" y="5699347"/>
            <a:ext cx="861237" cy="616689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0876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D7D02-3C0B-D5A4-A81E-44CE3AB07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619CFA-F5FF-8E4D-303F-07EDD50B4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使用中文語系</a:t>
            </a:r>
            <a:r>
              <a:rPr lang="en-US" altLang="zh-TW" dirty="0"/>
              <a:t>- Multi Agent(</a:t>
            </a:r>
            <a:r>
              <a:rPr lang="en-US" altLang="zh-TW" dirty="0" err="1"/>
              <a:t>llama+gemma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437CECE-1AAE-5106-E6BB-F9E6458A0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859" y="1506031"/>
            <a:ext cx="9736282" cy="547665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024670A-9CFB-EF77-EF29-7B8BEB08A1F5}"/>
              </a:ext>
            </a:extLst>
          </p:cNvPr>
          <p:cNvSpPr/>
          <p:nvPr/>
        </p:nvSpPr>
        <p:spPr>
          <a:xfrm>
            <a:off x="2556768" y="5457624"/>
            <a:ext cx="861237" cy="616689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447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A32F-8B7B-F279-2F96-FAA4304A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CC195B-4CCC-C395-28F7-EF6C3D92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r>
              <a:rPr lang="zh-TW" altLang="en-US" dirty="0"/>
              <a:t>使用英文語系</a:t>
            </a:r>
            <a:r>
              <a:rPr lang="en-US" altLang="zh-TW" dirty="0"/>
              <a:t>- Single</a:t>
            </a:r>
            <a:r>
              <a:rPr lang="zh-TW" altLang="en-US" dirty="0"/>
              <a:t>、</a:t>
            </a:r>
            <a:r>
              <a:rPr lang="en-US" altLang="zh-TW" dirty="0"/>
              <a:t>Multi Agent</a:t>
            </a:r>
            <a:r>
              <a:rPr lang="zh-TW" altLang="en-US" dirty="0"/>
              <a:t>資料</a:t>
            </a:r>
            <a:r>
              <a:rPr lang="en-US" altLang="zh-TW" dirty="0"/>
              <a:t>【5</a:t>
            </a:r>
            <a:r>
              <a:rPr lang="zh-TW" altLang="en-US" dirty="0"/>
              <a:t>筆</a:t>
            </a:r>
            <a:r>
              <a:rPr lang="en-US" altLang="zh-TW" dirty="0"/>
              <a:t>】</a:t>
            </a:r>
            <a:br>
              <a:rPr lang="en-US" altLang="zh-TW" dirty="0"/>
            </a:br>
            <a:r>
              <a:rPr lang="zh-TW" altLang="en-US" dirty="0"/>
              <a:t>執行結果比較</a:t>
            </a:r>
            <a:r>
              <a:rPr lang="en-US" altLang="zh-TW" dirty="0"/>
              <a:t>(phi)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80EA9DE-AAF8-EDC8-F7DB-236E9A719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506" y="1690688"/>
            <a:ext cx="8532988" cy="527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42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E44E9-ABF6-EDA5-5DD0-A29896F82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0BDB5CC-ED4E-7191-8D25-9B16462A6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871" y="1628409"/>
            <a:ext cx="8646257" cy="5229591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52E7AC81-F9FD-810F-F3E0-6DDDFB71D3CE}"/>
              </a:ext>
            </a:extLst>
          </p:cNvPr>
          <p:cNvSpPr txBox="1">
            <a:spLocks/>
          </p:cNvSpPr>
          <p:nvPr/>
        </p:nvSpPr>
        <p:spPr>
          <a:xfrm>
            <a:off x="0" y="365125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使用英文語系</a:t>
            </a:r>
            <a:r>
              <a:rPr lang="en-US" altLang="zh-TW" dirty="0"/>
              <a:t>- Single</a:t>
            </a:r>
            <a:r>
              <a:rPr lang="zh-TW" altLang="en-US" dirty="0"/>
              <a:t>、</a:t>
            </a:r>
            <a:r>
              <a:rPr lang="en-US" altLang="zh-TW" dirty="0"/>
              <a:t>Multi Agent</a:t>
            </a:r>
            <a:r>
              <a:rPr lang="zh-TW" altLang="en-US" dirty="0"/>
              <a:t>資料</a:t>
            </a:r>
            <a:r>
              <a:rPr lang="en-US" altLang="zh-TW" dirty="0"/>
              <a:t>【5</a:t>
            </a:r>
            <a:r>
              <a:rPr lang="zh-TW" altLang="en-US" dirty="0"/>
              <a:t>筆</a:t>
            </a:r>
            <a:r>
              <a:rPr lang="en-US" altLang="zh-TW" dirty="0"/>
              <a:t>】</a:t>
            </a:r>
            <a:br>
              <a:rPr lang="en-US" altLang="zh-TW" dirty="0"/>
            </a:br>
            <a:r>
              <a:rPr lang="zh-TW" altLang="en-US" dirty="0"/>
              <a:t>執行結果比較</a:t>
            </a:r>
            <a:r>
              <a:rPr lang="en-US" altLang="zh-TW" dirty="0"/>
              <a:t>(</a:t>
            </a:r>
            <a:r>
              <a:rPr lang="en-US" altLang="zh-TW" dirty="0" err="1"/>
              <a:t>phi+llama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6434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5322A-8DE7-1FBD-C780-9A8ADBC81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4FD148-FE63-2DB1-3BC9-683D687B0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r>
              <a:rPr lang="zh-TW" altLang="en-US" dirty="0"/>
              <a:t>使用英文語系</a:t>
            </a:r>
            <a:r>
              <a:rPr lang="en-US" altLang="zh-TW" dirty="0"/>
              <a:t>- Single</a:t>
            </a:r>
            <a:r>
              <a:rPr lang="zh-TW" altLang="en-US" dirty="0"/>
              <a:t>、</a:t>
            </a:r>
            <a:r>
              <a:rPr lang="en-US" altLang="zh-TW" dirty="0"/>
              <a:t>Multi Agent</a:t>
            </a:r>
            <a:r>
              <a:rPr lang="zh-TW" altLang="en-US" dirty="0"/>
              <a:t>資料</a:t>
            </a:r>
            <a:r>
              <a:rPr lang="en-US" altLang="zh-TW" dirty="0"/>
              <a:t>【110</a:t>
            </a:r>
            <a:r>
              <a:rPr lang="zh-TW" altLang="en-US" dirty="0"/>
              <a:t>筆</a:t>
            </a:r>
            <a:r>
              <a:rPr lang="en-US" altLang="zh-TW" dirty="0"/>
              <a:t>】</a:t>
            </a:r>
            <a:br>
              <a:rPr lang="en-US" altLang="zh-TW" dirty="0"/>
            </a:br>
            <a:r>
              <a:rPr lang="zh-TW" altLang="en-US" dirty="0"/>
              <a:t>執行結果比較</a:t>
            </a:r>
            <a:r>
              <a:rPr lang="en-US" altLang="zh-TW" dirty="0"/>
              <a:t>(phi3</a:t>
            </a:r>
            <a:r>
              <a:rPr lang="zh-TW" altLang="en-US" dirty="0"/>
              <a:t>模型</a:t>
            </a:r>
            <a:r>
              <a:rPr lang="en-US" altLang="zh-TW" dirty="0"/>
              <a:t>tunning</a:t>
            </a:r>
            <a:r>
              <a:rPr lang="zh-TW" altLang="en-US" dirty="0"/>
              <a:t>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3D6A7F6-A1DD-DA19-FAC6-2C9B7AF6C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29"/>
          <a:stretch>
            <a:fillRect/>
          </a:stretch>
        </p:blipFill>
        <p:spPr>
          <a:xfrm>
            <a:off x="2268279" y="1804086"/>
            <a:ext cx="7655441" cy="488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61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C4E47-04CE-A2F1-4646-DF0C218D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9115D34-FE10-C3B1-5B67-8BC476910105}"/>
              </a:ext>
            </a:extLst>
          </p:cNvPr>
          <p:cNvSpPr txBox="1">
            <a:spLocks/>
          </p:cNvSpPr>
          <p:nvPr/>
        </p:nvSpPr>
        <p:spPr>
          <a:xfrm>
            <a:off x="0" y="365125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使用英文語系</a:t>
            </a:r>
            <a:r>
              <a:rPr lang="en-US" altLang="zh-TW" dirty="0"/>
              <a:t>- Single</a:t>
            </a:r>
            <a:r>
              <a:rPr lang="zh-TW" altLang="en-US" dirty="0"/>
              <a:t>、</a:t>
            </a:r>
            <a:r>
              <a:rPr lang="en-US" altLang="zh-TW" dirty="0"/>
              <a:t>Multi Agent</a:t>
            </a:r>
            <a:r>
              <a:rPr lang="zh-TW" altLang="en-US" dirty="0"/>
              <a:t>資料</a:t>
            </a:r>
            <a:r>
              <a:rPr lang="en-US" altLang="zh-TW" dirty="0"/>
              <a:t>【110</a:t>
            </a:r>
            <a:r>
              <a:rPr lang="zh-TW" altLang="en-US" dirty="0"/>
              <a:t>筆</a:t>
            </a:r>
            <a:r>
              <a:rPr lang="en-US" altLang="zh-TW" dirty="0"/>
              <a:t>】</a:t>
            </a:r>
            <a:br>
              <a:rPr lang="en-US" altLang="zh-TW" dirty="0"/>
            </a:br>
            <a:r>
              <a:rPr lang="zh-TW" altLang="en-US" dirty="0"/>
              <a:t>執行結果比較</a:t>
            </a:r>
            <a:r>
              <a:rPr lang="en-US" altLang="zh-TW" dirty="0"/>
              <a:t>(phi3</a:t>
            </a:r>
            <a:r>
              <a:rPr lang="zh-TW" altLang="en-US" dirty="0"/>
              <a:t>模型</a:t>
            </a:r>
            <a:r>
              <a:rPr lang="en-US" altLang="zh-TW" dirty="0"/>
              <a:t>tunning</a:t>
            </a:r>
            <a:r>
              <a:rPr lang="zh-TW" altLang="en-US" dirty="0"/>
              <a:t>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76A33BA-C4FE-D9BA-A4A6-5C6CE6945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09"/>
          <a:stretch>
            <a:fillRect/>
          </a:stretch>
        </p:blipFill>
        <p:spPr>
          <a:xfrm>
            <a:off x="2919700" y="1690687"/>
            <a:ext cx="6681500" cy="512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46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39002-AEAC-3B8A-F767-78A86D056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3A34824A-A5F8-FAC4-7D51-09AEE95AFB50}"/>
              </a:ext>
            </a:extLst>
          </p:cNvPr>
          <p:cNvSpPr txBox="1">
            <a:spLocks/>
          </p:cNvSpPr>
          <p:nvPr/>
        </p:nvSpPr>
        <p:spPr>
          <a:xfrm>
            <a:off x="0" y="365125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使用英文語系</a:t>
            </a:r>
            <a:r>
              <a:rPr lang="en-US" altLang="zh-TW" dirty="0"/>
              <a:t>- Single</a:t>
            </a:r>
            <a:r>
              <a:rPr lang="zh-TW" altLang="en-US" dirty="0"/>
              <a:t>、</a:t>
            </a:r>
            <a:r>
              <a:rPr lang="en-US" altLang="zh-TW" dirty="0"/>
              <a:t>Multi Agent</a:t>
            </a:r>
            <a:r>
              <a:rPr lang="zh-TW" altLang="en-US" dirty="0"/>
              <a:t>資料</a:t>
            </a:r>
            <a:r>
              <a:rPr lang="en-US" altLang="zh-TW" dirty="0"/>
              <a:t>【5</a:t>
            </a:r>
            <a:r>
              <a:rPr lang="zh-TW" altLang="en-US" dirty="0"/>
              <a:t>筆</a:t>
            </a:r>
            <a:r>
              <a:rPr lang="en-US" altLang="zh-TW" dirty="0"/>
              <a:t>】</a:t>
            </a:r>
            <a:br>
              <a:rPr lang="en-US" altLang="zh-TW" dirty="0"/>
            </a:br>
            <a:r>
              <a:rPr lang="zh-TW" altLang="en-US" dirty="0"/>
              <a:t>執行結果比較</a:t>
            </a:r>
            <a:r>
              <a:rPr lang="en-US" altLang="zh-TW" dirty="0"/>
              <a:t>(</a:t>
            </a:r>
            <a:r>
              <a:rPr lang="en-US" altLang="zh-TW" dirty="0" err="1"/>
              <a:t>phi+llama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0B2DD34-7711-1886-054F-59DBCFBAB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03"/>
          <a:stretch>
            <a:fillRect/>
          </a:stretch>
        </p:blipFill>
        <p:spPr>
          <a:xfrm>
            <a:off x="2668974" y="1581664"/>
            <a:ext cx="7101191" cy="530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59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A0799F-A56F-0948-F1B1-9F6956D87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Single</a:t>
            </a:r>
            <a:r>
              <a:rPr lang="zh-TW" altLang="en-US" dirty="0"/>
              <a:t>、</a:t>
            </a:r>
            <a:r>
              <a:rPr lang="en-US" altLang="zh-TW" dirty="0"/>
              <a:t>Multi Agent</a:t>
            </a:r>
            <a:r>
              <a:rPr lang="zh-TW" altLang="en-US" dirty="0"/>
              <a:t>比較結果說明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C8EF90-EEDE-6EBA-3DD1-EEC114033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異質模型協作</a:t>
            </a:r>
            <a:endParaRPr lang="en-US" altLang="zh-TW" dirty="0"/>
          </a:p>
          <a:p>
            <a:pPr marL="971550" lvl="1" indent="-514350">
              <a:buFont typeface="+mj-lt"/>
              <a:buAutoNum type="arabicPeriod"/>
            </a:pPr>
            <a:r>
              <a:rPr lang="zh-TW" altLang="en-US" dirty="0"/>
              <a:t>速度與資料詳細程度</a:t>
            </a:r>
            <a:endParaRPr lang="en-US" altLang="zh-TW" dirty="0"/>
          </a:p>
          <a:p>
            <a:pPr marL="971550" lvl="1" indent="-514350">
              <a:buFont typeface="+mj-lt"/>
              <a:buAutoNum type="arabicPeriod"/>
            </a:pPr>
            <a:r>
              <a:rPr lang="zh-TW" altLang="en-US" dirty="0"/>
              <a:t>分析報告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維護性與模組化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錯誤發生</a:t>
            </a:r>
            <a:r>
              <a:rPr lang="zh-TW" altLang="zh-TW" dirty="0"/>
              <a:t>的物理隔離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solidFill>
                  <a:srgbClr val="FF0000"/>
                </a:solidFill>
              </a:rPr>
              <a:t>威脅判定準確率</a:t>
            </a:r>
            <a:r>
              <a:rPr lang="en-US" altLang="zh-TW" dirty="0">
                <a:solidFill>
                  <a:srgbClr val="FF0000"/>
                </a:solidFill>
              </a:rPr>
              <a:t>【</a:t>
            </a:r>
            <a:r>
              <a:rPr lang="zh-TW" altLang="en-US" dirty="0">
                <a:solidFill>
                  <a:srgbClr val="FF0000"/>
                </a:solidFill>
              </a:rPr>
              <a:t>未完成</a:t>
            </a:r>
            <a:r>
              <a:rPr lang="en-US" altLang="zh-TW" dirty="0">
                <a:solidFill>
                  <a:srgbClr val="FF0000"/>
                </a:solidFill>
              </a:rPr>
              <a:t>】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solidFill>
                  <a:srgbClr val="FF0000"/>
                </a:solidFill>
              </a:rPr>
              <a:t>新手法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zh-TW" altLang="en-US" dirty="0">
                <a:solidFill>
                  <a:srgbClr val="FF0000"/>
                </a:solidFill>
              </a:rPr>
              <a:t>複雜的攻擊手法判斷</a:t>
            </a:r>
            <a:r>
              <a:rPr lang="en-US" altLang="zh-TW" dirty="0">
                <a:solidFill>
                  <a:srgbClr val="FF0000"/>
                </a:solidFill>
              </a:rPr>
              <a:t>【</a:t>
            </a:r>
            <a:r>
              <a:rPr lang="zh-TW" altLang="en-US" dirty="0">
                <a:solidFill>
                  <a:srgbClr val="FF0000"/>
                </a:solidFill>
              </a:rPr>
              <a:t>未完成</a:t>
            </a:r>
            <a:r>
              <a:rPr lang="en-US" altLang="zh-TW" dirty="0">
                <a:solidFill>
                  <a:srgbClr val="FF0000"/>
                </a:solidFill>
              </a:rPr>
              <a:t>】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316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FFC05-E2AC-3EBD-2F1B-81939B36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問題與處理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64B50D-511F-24DE-6AD9-C0FAE955D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+mn-ea"/>
              </a:rPr>
              <a:t>問題一：</a:t>
            </a:r>
            <a:r>
              <a:rPr lang="en-US" altLang="zh-TW" dirty="0">
                <a:latin typeface="+mn-ea"/>
              </a:rPr>
              <a:t>Over-generation (</a:t>
            </a:r>
            <a:r>
              <a:rPr lang="zh-TW" altLang="en-US" dirty="0">
                <a:latin typeface="+mn-ea"/>
              </a:rPr>
              <a:t>過度生成</a:t>
            </a:r>
            <a:r>
              <a:rPr lang="en-US" altLang="zh-TW" dirty="0">
                <a:latin typeface="+mn-ea"/>
              </a:rPr>
              <a:t>)</a:t>
            </a:r>
            <a:r>
              <a:rPr lang="zh-TW" altLang="en-US" dirty="0">
                <a:latin typeface="+mn-ea"/>
              </a:rPr>
              <a:t>、</a:t>
            </a:r>
            <a:r>
              <a:rPr lang="en-US" altLang="zh-TW" dirty="0">
                <a:latin typeface="+mn-ea"/>
              </a:rPr>
              <a:t>Repetitive Generation (</a:t>
            </a:r>
            <a:r>
              <a:rPr lang="zh-TW" altLang="en-US" dirty="0">
                <a:latin typeface="+mn-ea"/>
              </a:rPr>
              <a:t>重複生成</a:t>
            </a:r>
            <a:r>
              <a:rPr lang="en-US" altLang="zh-TW" dirty="0">
                <a:latin typeface="+mn-ea"/>
              </a:rPr>
              <a:t>)</a:t>
            </a:r>
          </a:p>
          <a:p>
            <a:r>
              <a:rPr lang="zh-TW" altLang="en-US" dirty="0">
                <a:latin typeface="+mn-ea"/>
              </a:rPr>
              <a:t>解決方式： </a:t>
            </a:r>
            <a:r>
              <a:rPr lang="en-US" altLang="zh-TW" dirty="0">
                <a:latin typeface="+mn-ea"/>
              </a:rPr>
              <a:t>Structured Outputs (</a:t>
            </a:r>
            <a:r>
              <a:rPr lang="zh-TW" altLang="en-US" dirty="0">
                <a:latin typeface="+mn-ea"/>
              </a:rPr>
              <a:t>結構化輸出</a:t>
            </a:r>
            <a:r>
              <a:rPr lang="en-US" altLang="zh-TW" dirty="0">
                <a:latin typeface="+mn-ea"/>
              </a:rPr>
              <a:t>)</a:t>
            </a:r>
          </a:p>
          <a:p>
            <a:endParaRPr lang="en-US" altLang="zh-TW" dirty="0">
              <a:latin typeface="+mn-ea"/>
            </a:endParaRPr>
          </a:p>
          <a:p>
            <a:r>
              <a:rPr lang="zh-TW" altLang="en-US" dirty="0">
                <a:latin typeface="+mn-ea"/>
              </a:rPr>
              <a:t>問題二：</a:t>
            </a:r>
            <a:r>
              <a:rPr lang="en-US" altLang="zh-TW" dirty="0">
                <a:latin typeface="+mn-ea"/>
              </a:rPr>
              <a:t>End-of-Sequence (EOS) Token Failure (</a:t>
            </a:r>
            <a:r>
              <a:rPr lang="zh-TW" altLang="en-US" dirty="0">
                <a:latin typeface="+mn-ea"/>
              </a:rPr>
              <a:t>結束符號失效</a:t>
            </a:r>
            <a:r>
              <a:rPr lang="en-US" altLang="zh-TW" dirty="0">
                <a:latin typeface="+mn-ea"/>
              </a:rPr>
              <a:t>)</a:t>
            </a:r>
          </a:p>
          <a:p>
            <a:r>
              <a:rPr lang="zh-TW" altLang="en-US" dirty="0">
                <a:latin typeface="+mn-ea"/>
              </a:rPr>
              <a:t>解決方式：</a:t>
            </a:r>
            <a:r>
              <a:rPr lang="en-US" altLang="zh-TW" dirty="0">
                <a:latin typeface="+mn-ea"/>
              </a:rPr>
              <a:t>"Stop Sequence Intervention (</a:t>
            </a:r>
            <a:r>
              <a:rPr lang="zh-TW" altLang="en-US" dirty="0">
                <a:latin typeface="+mn-ea"/>
              </a:rPr>
              <a:t>停止序列干預</a:t>
            </a:r>
            <a:r>
              <a:rPr lang="en-US" altLang="zh-TW" dirty="0">
                <a:latin typeface="+mn-ea"/>
              </a:rPr>
              <a:t>)"</a:t>
            </a:r>
            <a:endParaRPr lang="zh-TW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1360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375</Words>
  <Application>Microsoft Office PowerPoint</Application>
  <PresentationFormat>寬螢幕</PresentationFormat>
  <Paragraphs>43</Paragraphs>
  <Slides>21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佈景主題</vt:lpstr>
      <vt:lpstr>使用中文語系- Single Agent(Phi3 tunning前)</vt:lpstr>
      <vt:lpstr>使用中文語系- Single Agent(Phi3 tunning前)</vt:lpstr>
      <vt:lpstr>使用中文語系- Single Agent(Phi3 tunning後)</vt:lpstr>
      <vt:lpstr>使用中文語系- Single Agent(Phi3 tunning後)</vt:lpstr>
      <vt:lpstr>使用中文語系- Single Agent(llama)</vt:lpstr>
      <vt:lpstr>使用中文語系- Single Agent(llama)</vt:lpstr>
      <vt:lpstr>使用中文語系- Single Agent(gemma)</vt:lpstr>
      <vt:lpstr>使用中文語系- Single Agent(gemma)</vt:lpstr>
      <vt:lpstr>使用中文語系- Multi Agent(gemma)</vt:lpstr>
      <vt:lpstr>使用中文語系- Multi Agent(llama)</vt:lpstr>
      <vt:lpstr>使用中文語系- Multi Agent(phi)</vt:lpstr>
      <vt:lpstr>使用中文語系- Multi Agent(phi+llama)</vt:lpstr>
      <vt:lpstr>使用中文語系- Multi Agent(phi+gemma)</vt:lpstr>
      <vt:lpstr>使用中文語系- Multi Agent(llama+gemma)</vt:lpstr>
      <vt:lpstr>使用英文語系- Single、Multi Agent資料【5筆】 執行結果比較(phi)</vt:lpstr>
      <vt:lpstr>PowerPoint 簡報</vt:lpstr>
      <vt:lpstr>使用英文語系- Single、Multi Agent資料【110筆】 執行結果比較(phi3模型tunning前)</vt:lpstr>
      <vt:lpstr>PowerPoint 簡報</vt:lpstr>
      <vt:lpstr>PowerPoint 簡報</vt:lpstr>
      <vt:lpstr>Single、Multi Agent比較結果說明</vt:lpstr>
      <vt:lpstr>問題與處理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mastertsai@outlook.com</dc:creator>
  <cp:lastModifiedBy>mastertsai@outlook.com</cp:lastModifiedBy>
  <cp:revision>2</cp:revision>
  <dcterms:created xsi:type="dcterms:W3CDTF">2026-04-22T16:03:45Z</dcterms:created>
  <dcterms:modified xsi:type="dcterms:W3CDTF">2026-04-27T12:29:47Z</dcterms:modified>
</cp:coreProperties>
</file>