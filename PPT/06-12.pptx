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4" r:id="rId2"/>
    <p:sldId id="264" r:id="rId3"/>
    <p:sldId id="275" r:id="rId4"/>
    <p:sldId id="27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8B14A9-EBB5-459A-B286-357AA1CC6F88}" v="160" dt="2026-06-18T05:40:06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tertsai@outlook.com" userId="e9d72a7dd8d43541" providerId="LiveId" clId="{C006AC16-6F5C-424B-9670-C28FAB9B523E}"/>
    <pc:docChg chg="undo redo custSel addSld delSld modSld sldOrd">
      <pc:chgData name="mastertsai@outlook.com" userId="e9d72a7dd8d43541" providerId="LiveId" clId="{C006AC16-6F5C-424B-9670-C28FAB9B523E}" dt="2026-06-18T05:40:57.732" v="1701" actId="47"/>
      <pc:docMkLst>
        <pc:docMk/>
      </pc:docMkLst>
      <pc:sldChg chg="addSp delSp modSp add mod">
        <pc:chgData name="mastertsai@outlook.com" userId="e9d72a7dd8d43541" providerId="LiveId" clId="{C006AC16-6F5C-424B-9670-C28FAB9B523E}" dt="2026-06-18T05:39:54.616" v="1695" actId="14100"/>
        <pc:sldMkLst>
          <pc:docMk/>
          <pc:sldMk cId="1834917529" sldId="264"/>
        </pc:sldMkLst>
        <pc:spChg chg="mod">
          <ac:chgData name="mastertsai@outlook.com" userId="e9d72a7dd8d43541" providerId="LiveId" clId="{C006AC16-6F5C-424B-9670-C28FAB9B523E}" dt="2026-06-12T10:58:37.590" v="1400"/>
          <ac:spMkLst>
            <pc:docMk/>
            <pc:sldMk cId="1834917529" sldId="264"/>
            <ac:spMk id="4" creationId="{8B2A99AC-2382-C401-3A0F-0D9E62103E17}"/>
          </ac:spMkLst>
        </pc:spChg>
        <pc:spChg chg="add mod">
          <ac:chgData name="mastertsai@outlook.com" userId="e9d72a7dd8d43541" providerId="LiveId" clId="{C006AC16-6F5C-424B-9670-C28FAB9B523E}" dt="2026-06-18T05:39:29.153" v="1692" actId="1076"/>
          <ac:spMkLst>
            <pc:docMk/>
            <pc:sldMk cId="1834917529" sldId="264"/>
            <ac:spMk id="10" creationId="{4BC951A2-F497-FFA0-4A2F-B5732E3B9DB8}"/>
          </ac:spMkLst>
        </pc:spChg>
        <pc:spChg chg="add mod">
          <ac:chgData name="mastertsai@outlook.com" userId="e9d72a7dd8d43541" providerId="LiveId" clId="{C006AC16-6F5C-424B-9670-C28FAB9B523E}" dt="2026-06-18T05:39:54.616" v="1695" actId="14100"/>
          <ac:spMkLst>
            <pc:docMk/>
            <pc:sldMk cId="1834917529" sldId="264"/>
            <ac:spMk id="11" creationId="{506EE7E2-3263-BC2B-C63A-83528B4320CE}"/>
          </ac:spMkLst>
        </pc:spChg>
        <pc:picChg chg="add mod modCrop">
          <ac:chgData name="mastertsai@outlook.com" userId="e9d72a7dd8d43541" providerId="LiveId" clId="{C006AC16-6F5C-424B-9670-C28FAB9B523E}" dt="2026-06-18T05:39:22.019" v="1691" actId="14826"/>
          <ac:picMkLst>
            <pc:docMk/>
            <pc:sldMk cId="1834917529" sldId="264"/>
            <ac:picMk id="7" creationId="{7274B8D2-9225-E1ED-F565-89739B26B88D}"/>
          </ac:picMkLst>
        </pc:picChg>
        <pc:picChg chg="add mod modCrop">
          <ac:chgData name="mastertsai@outlook.com" userId="e9d72a7dd8d43541" providerId="LiveId" clId="{C006AC16-6F5C-424B-9670-C28FAB9B523E}" dt="2026-06-18T05:39:31.582" v="1693" actId="1076"/>
          <ac:picMkLst>
            <pc:docMk/>
            <pc:sldMk cId="1834917529" sldId="264"/>
            <ac:picMk id="9" creationId="{755376BE-3B22-40AF-A66E-FC665B5AA683}"/>
          </ac:picMkLst>
        </pc:picChg>
      </pc:sldChg>
      <pc:sldChg chg="addSp delSp modSp add mod">
        <pc:chgData name="mastertsai@outlook.com" userId="e9d72a7dd8d43541" providerId="LiveId" clId="{C006AC16-6F5C-424B-9670-C28FAB9B523E}" dt="2026-06-12T10:52:34.901" v="1256" actId="692"/>
        <pc:sldMkLst>
          <pc:docMk/>
          <pc:sldMk cId="1420692391" sldId="274"/>
        </pc:sldMkLst>
        <pc:spChg chg="add mod">
          <ac:chgData name="mastertsai@outlook.com" userId="e9d72a7dd8d43541" providerId="LiveId" clId="{C006AC16-6F5C-424B-9670-C28FAB9B523E}" dt="2026-06-12T10:52:34.901" v="1256" actId="692"/>
          <ac:spMkLst>
            <pc:docMk/>
            <pc:sldMk cId="1420692391" sldId="274"/>
            <ac:spMk id="3" creationId="{696AB44D-8D2D-C68A-D338-8951A629AD92}"/>
          </ac:spMkLst>
        </pc:spChg>
        <pc:spChg chg="mod">
          <ac:chgData name="mastertsai@outlook.com" userId="e9d72a7dd8d43541" providerId="LiveId" clId="{C006AC16-6F5C-424B-9670-C28FAB9B523E}" dt="2026-06-12T10:48:06.700" v="1245" actId="20577"/>
          <ac:spMkLst>
            <pc:docMk/>
            <pc:sldMk cId="1420692391" sldId="274"/>
            <ac:spMk id="4" creationId="{C925A812-BFA0-F80C-C5D9-B47F1FC6E1DD}"/>
          </ac:spMkLst>
        </pc:spChg>
        <pc:picChg chg="mod">
          <ac:chgData name="mastertsai@outlook.com" userId="e9d72a7dd8d43541" providerId="LiveId" clId="{C006AC16-6F5C-424B-9670-C28FAB9B523E}" dt="2026-06-12T10:52:01.254" v="1247" actId="1076"/>
          <ac:picMkLst>
            <pc:docMk/>
            <pc:sldMk cId="1420692391" sldId="274"/>
            <ac:picMk id="8" creationId="{DB4F73A9-7270-D3FF-47BA-46F3581988B1}"/>
          </ac:picMkLst>
        </pc:picChg>
      </pc:sldChg>
      <pc:sldChg chg="addSp delSp modSp add mod">
        <pc:chgData name="mastertsai@outlook.com" userId="e9d72a7dd8d43541" providerId="LiveId" clId="{C006AC16-6F5C-424B-9670-C28FAB9B523E}" dt="2026-06-18T05:40:21.672" v="1700" actId="1076"/>
        <pc:sldMkLst>
          <pc:docMk/>
          <pc:sldMk cId="2070733748" sldId="275"/>
        </pc:sldMkLst>
        <pc:spChg chg="add mod">
          <ac:chgData name="mastertsai@outlook.com" userId="e9d72a7dd8d43541" providerId="LiveId" clId="{C006AC16-6F5C-424B-9670-C28FAB9B523E}" dt="2026-06-18T05:40:18.249" v="1699" actId="1076"/>
          <ac:spMkLst>
            <pc:docMk/>
            <pc:sldMk cId="2070733748" sldId="275"/>
            <ac:spMk id="8" creationId="{D2715069-2D04-09E0-FEA6-8D84A41FBC4D}"/>
          </ac:spMkLst>
        </pc:spChg>
        <pc:spChg chg="add mod">
          <ac:chgData name="mastertsai@outlook.com" userId="e9d72a7dd8d43541" providerId="LiveId" clId="{C006AC16-6F5C-424B-9670-C28FAB9B523E}" dt="2026-06-18T05:40:15.160" v="1698" actId="14100"/>
          <ac:spMkLst>
            <pc:docMk/>
            <pc:sldMk cId="2070733748" sldId="275"/>
            <ac:spMk id="9" creationId="{FA2D4AC5-406C-5222-9806-C8DE666C54A6}"/>
          </ac:spMkLst>
        </pc:spChg>
        <pc:picChg chg="mod">
          <ac:chgData name="mastertsai@outlook.com" userId="e9d72a7dd8d43541" providerId="LiveId" clId="{C006AC16-6F5C-424B-9670-C28FAB9B523E}" dt="2026-06-18T05:40:21.672" v="1700" actId="1076"/>
          <ac:picMkLst>
            <pc:docMk/>
            <pc:sldMk cId="2070733748" sldId="275"/>
            <ac:picMk id="3" creationId="{C60013C1-02D5-BD1A-9F07-D43613F92195}"/>
          </ac:picMkLst>
        </pc:picChg>
        <pc:picChg chg="mod">
          <ac:chgData name="mastertsai@outlook.com" userId="e9d72a7dd8d43541" providerId="LiveId" clId="{C006AC16-6F5C-424B-9670-C28FAB9B523E}" dt="2026-06-18T05:40:06.243" v="1696" actId="14826"/>
          <ac:picMkLst>
            <pc:docMk/>
            <pc:sldMk cId="2070733748" sldId="275"/>
            <ac:picMk id="5" creationId="{1A91F706-6C10-98F2-0E17-5CE2878CE301}"/>
          </ac:picMkLst>
        </pc:picChg>
      </pc:sldChg>
      <pc:sldChg chg="addSp delSp modSp add del mod">
        <pc:chgData name="mastertsai@outlook.com" userId="e9d72a7dd8d43541" providerId="LiveId" clId="{C006AC16-6F5C-424B-9670-C28FAB9B523E}" dt="2026-06-18T05:40:57.732" v="1701" actId="47"/>
        <pc:sldMkLst>
          <pc:docMk/>
          <pc:sldMk cId="2507957063" sldId="276"/>
        </pc:sldMkLst>
        <pc:spChg chg="mod">
          <ac:chgData name="mastertsai@outlook.com" userId="e9d72a7dd8d43541" providerId="LiveId" clId="{C006AC16-6F5C-424B-9670-C28FAB9B523E}" dt="2026-06-12T11:02:24.879" v="1444" actId="20577"/>
          <ac:spMkLst>
            <pc:docMk/>
            <pc:sldMk cId="2507957063" sldId="276"/>
            <ac:spMk id="4" creationId="{D211CC13-3201-BC83-6FFE-6E670F78431D}"/>
          </ac:spMkLst>
        </pc:spChg>
        <pc:spChg chg="add mod">
          <ac:chgData name="mastertsai@outlook.com" userId="e9d72a7dd8d43541" providerId="LiveId" clId="{C006AC16-6F5C-424B-9670-C28FAB9B523E}" dt="2026-06-12T11:02:59.412" v="1457" actId="14100"/>
          <ac:spMkLst>
            <pc:docMk/>
            <pc:sldMk cId="2507957063" sldId="276"/>
            <ac:spMk id="10" creationId="{1A38ECE0-CE57-CC52-8B0A-B78CA3D69AA2}"/>
          </ac:spMkLst>
        </pc:spChg>
        <pc:picChg chg="add mod">
          <ac:chgData name="mastertsai@outlook.com" userId="e9d72a7dd8d43541" providerId="LiveId" clId="{C006AC16-6F5C-424B-9670-C28FAB9B523E}" dt="2026-06-12T11:02:30.128" v="1445" actId="1076"/>
          <ac:picMkLst>
            <pc:docMk/>
            <pc:sldMk cId="2507957063" sldId="276"/>
            <ac:picMk id="7" creationId="{C18A9B03-F360-3ECE-E506-7B90F7F02ED2}"/>
          </ac:picMkLst>
        </pc:picChg>
      </pc:sldChg>
      <pc:sldChg chg="delSp modSp add mod">
        <pc:chgData name="mastertsai@outlook.com" userId="e9d72a7dd8d43541" providerId="LiveId" clId="{C006AC16-6F5C-424B-9670-C28FAB9B523E}" dt="2026-06-12T11:40:32.915" v="1690"/>
        <pc:sldMkLst>
          <pc:docMk/>
          <pc:sldMk cId="1837827164" sldId="277"/>
        </pc:sldMkLst>
        <pc:spChg chg="mod">
          <ac:chgData name="mastertsai@outlook.com" userId="e9d72a7dd8d43541" providerId="LiveId" clId="{C006AC16-6F5C-424B-9670-C28FAB9B523E}" dt="2026-06-12T11:39:52.480" v="1612" actId="20577"/>
          <ac:spMkLst>
            <pc:docMk/>
            <pc:sldMk cId="1837827164" sldId="277"/>
            <ac:spMk id="2" creationId="{E1576B03-1A86-49C1-A479-0EE2763EB9C8}"/>
          </ac:spMkLst>
        </pc:spChg>
        <pc:spChg chg="mod">
          <ac:chgData name="mastertsai@outlook.com" userId="e9d72a7dd8d43541" providerId="LiveId" clId="{C006AC16-6F5C-424B-9670-C28FAB9B523E}" dt="2026-06-12T11:40:32.915" v="1690"/>
          <ac:spMkLst>
            <pc:docMk/>
            <pc:sldMk cId="1837827164" sldId="277"/>
            <ac:spMk id="4" creationId="{BB3D554F-8BDC-A610-8C37-325C175B9C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0575EB-E00E-497C-9FFD-B4B64E088A7B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068CB-8EE1-47F1-A764-630EF00539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744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068CB-8EE1-47F1-A764-630EF00539F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387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2B13D-6DCD-841F-74F0-D721211F4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59D99C-6D83-891D-526A-46B8FE56F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836D59-37BE-D1A0-9F42-A489BE9E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C833FF-AE44-E092-1069-5BED9276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1283A-E088-1F11-E679-6A905A8E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021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355CE1-6790-15D8-7321-E8A27BA05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F795E8-0CED-C20C-C882-3B7D009E4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A3DA70-FF66-7A3D-B518-8AA69BFE6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FA9161-AB5E-8DC2-FC6B-87F37AEE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133392-5DF0-F56C-AAAC-FCCA8BB7A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748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D2A88D-BA0A-39B4-CF57-2643144F3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5EE24B3-FA65-AEDA-2AC1-7C25CDF78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A21345-B7AA-3297-5C99-885625D64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68E289-7D3B-A5B1-7231-A7F25535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E57B6F7-4556-C85D-8837-E37C28F80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79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BF31D-9F6E-67C7-B0ED-C8021BA28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5580B9-7E3E-76AA-946F-D7B30DE62D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DD8E6AA-3DD3-52E8-639B-EAB2EE782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920B6A-149D-029B-0164-C7A7E3AA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FF1BBEF-0616-6EDC-A9E1-CF39F702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415E59-E8A8-17A9-6CE9-18FD388BA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24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4DAFB3-F65E-DF31-F13C-A098D459F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021F8BD-A71E-B37E-E92F-75F2F3934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5E3301-3624-73AF-2EE8-FC3033C82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2D17AF9-60E4-0954-0E09-73AA6AE81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ED7442C-A143-6210-65EE-B40FDDFE7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64A200-00AA-56F5-DDAD-B308A41DB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9CC15DF-EE9B-A3E6-856C-6DE8C4CD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8CB88AF-C47C-F346-84FD-86B3B203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930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5B67B3-0FC3-180B-76AB-64E581A72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2F8DAA5-A019-5A2D-2D5A-DA0F0CAD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A5C96A4-1E05-F423-5BBF-248C48934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0CCC7E-130A-6C9C-26B3-C822E8D3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3524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583A37B-982A-BF5F-AB4C-A6B091C8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8477142-833A-AFDE-AA9C-7360D7DB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41323F-4490-C3E3-1C49-4EA0EAB4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552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D4AE27-8343-CCED-A87D-4A3DED52C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E33843-F64F-8013-3ADA-4E2457BA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469077-3A5E-01AE-66A5-CBE65D582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74001B-978F-3F60-7321-FD4D204F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3CECA86-8A9E-F10B-6230-25832DDB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545DD9-8246-407E-1AB3-AB15839B7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65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0000BB-FAE7-2A8C-E7AB-54C6258E7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4B84194-AAC4-55CF-0806-B27924F8F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E611008-9567-96AA-6ACB-922811A78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56402E-0292-F84C-6E99-38AF9F1CB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8880FD-3EE0-AFF1-AD7E-6308D2AA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413884E-0D29-B60C-2B0B-782DE29E6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138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32B08-0003-DDF3-1DE6-505FE0948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CB12BC6-8883-82D2-26F1-429A29BD1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A295AD-44D0-C56B-F0C9-F4215183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13DD49-B8A9-16EB-AA99-4F1873C5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FD54D1-C459-DB2C-6711-F763A6E9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9250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3A5B13-BED2-B0BF-884E-04DCF4643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0B67BF-BD9E-0BDE-EB29-E914C35EB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33F0E2-8959-0626-E468-72C3569A2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7CA6C4-9F2E-F30B-8F87-7673257C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BE4267-D69B-410E-144C-3905E55D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1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026370-D27D-F5C1-E42C-A23445FF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08E461-BC22-D370-1C17-E8E7082F7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B18F64-A136-9ACE-B3E1-7D5294F1AC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19627E-E588-489E-8433-ACA74A49B7B2}" type="datetimeFigureOut">
              <a:rPr lang="zh-TW" altLang="en-US" smtClean="0"/>
              <a:t>2026/6/18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A0D5F2-A66B-BECB-7D0F-F5592B0A8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80C0A0-B1E7-B46C-407B-15956966D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BA26B-B6DB-401C-A4C9-6F21A351C68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379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8F3B-256B-9B20-9760-B71CABDBA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90B06E-092D-6E15-16AE-AF3142500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925A812-BFA0-F80C-C5D9-B47F1FC6E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一、模型互換，比較正確性</a:t>
            </a:r>
            <a:endParaRPr lang="en-US" altLang="zh-TW" dirty="0"/>
          </a:p>
          <a:p>
            <a:pPr lvl="1"/>
            <a:r>
              <a:rPr lang="zh-TW" altLang="en-US" dirty="0"/>
              <a:t>原使用「</a:t>
            </a:r>
            <a:r>
              <a:rPr lang="en-US" altLang="zh-TW" dirty="0"/>
              <a:t>DeepSeek-Chat</a:t>
            </a:r>
            <a:r>
              <a:rPr lang="zh-TW" altLang="en-US" dirty="0"/>
              <a:t>」，現使用「</a:t>
            </a:r>
            <a:r>
              <a:rPr lang="en-US" altLang="zh-TW" dirty="0"/>
              <a:t>DeepSeek-V4-Pro</a:t>
            </a:r>
            <a:r>
              <a:rPr lang="zh-TW" altLang="en-US" dirty="0"/>
              <a:t>」</a:t>
            </a:r>
            <a:endParaRPr lang="en-US" altLang="zh-TW" dirty="0"/>
          </a:p>
          <a:p>
            <a:pPr lvl="1"/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B4F73A9-7270-D3FF-47BA-46F358198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910" y="2866474"/>
            <a:ext cx="4686706" cy="384843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96AB44D-8D2D-C68A-D338-8951A629AD92}"/>
              </a:ext>
            </a:extLst>
          </p:cNvPr>
          <p:cNvSpPr/>
          <p:nvPr/>
        </p:nvSpPr>
        <p:spPr>
          <a:xfrm>
            <a:off x="5621482" y="3429000"/>
            <a:ext cx="633845" cy="3429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692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9387-A5E8-FBFA-4CF3-67BB35E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787469-7D6A-D5A8-3945-FFB936C0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B2A99AC-2382-C401-3A0F-0D9E62103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407"/>
            <a:ext cx="10515600" cy="4747556"/>
          </a:xfrm>
        </p:spPr>
        <p:txBody>
          <a:bodyPr/>
          <a:lstStyle/>
          <a:p>
            <a:r>
              <a:rPr lang="zh-TW" altLang="en-US" dirty="0"/>
              <a:t>一、模型互換，比較正確性</a:t>
            </a:r>
            <a:endParaRPr lang="en-US" altLang="zh-TW" dirty="0"/>
          </a:p>
          <a:p>
            <a:pPr lvl="1"/>
            <a:r>
              <a:rPr lang="en-US" altLang="zh-TW" dirty="0"/>
              <a:t>Prosecutor</a:t>
            </a:r>
            <a:r>
              <a:rPr lang="zh-TW" altLang="en-US" dirty="0"/>
              <a:t>：</a:t>
            </a:r>
            <a:r>
              <a:rPr lang="en-US" altLang="zh-TW" dirty="0"/>
              <a:t> llama-3.3-70b-verssatile</a:t>
            </a:r>
          </a:p>
          <a:p>
            <a:pPr lvl="1"/>
            <a:r>
              <a:rPr lang="en-US" altLang="zh-TW" dirty="0"/>
              <a:t>Defender</a:t>
            </a:r>
            <a:r>
              <a:rPr lang="zh-TW" altLang="en-US" dirty="0"/>
              <a:t>：</a:t>
            </a:r>
            <a:r>
              <a:rPr lang="en-US" altLang="zh-TW" dirty="0"/>
              <a:t> deepseek-v4-pro</a:t>
            </a:r>
          </a:p>
          <a:p>
            <a:pPr lvl="1"/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274B8D2-9225-E1ED-F565-89739B26B8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" b="240"/>
          <a:stretch/>
        </p:blipFill>
        <p:spPr>
          <a:xfrm>
            <a:off x="838200" y="2754969"/>
            <a:ext cx="10778532" cy="4007337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55376BE-3B22-40AF-A66E-FC665B5AA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8" t="65178" r="78506" b="29888"/>
          <a:stretch>
            <a:fillRect/>
          </a:stretch>
        </p:blipFill>
        <p:spPr>
          <a:xfrm>
            <a:off x="0" y="4449287"/>
            <a:ext cx="3136138" cy="56352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箭號: 向下 9">
            <a:extLst>
              <a:ext uri="{FF2B5EF4-FFF2-40B4-BE49-F238E27FC236}">
                <a16:creationId xmlns:a16="http://schemas.microsoft.com/office/drawing/2014/main" id="{4BC951A2-F497-FFA0-4A2F-B5732E3B9DB8}"/>
              </a:ext>
            </a:extLst>
          </p:cNvPr>
          <p:cNvSpPr/>
          <p:nvPr/>
        </p:nvSpPr>
        <p:spPr>
          <a:xfrm rot="2514100">
            <a:off x="325213" y="3937100"/>
            <a:ext cx="522285" cy="4097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EE7E2-3263-BC2B-C63A-83528B4320CE}"/>
              </a:ext>
            </a:extLst>
          </p:cNvPr>
          <p:cNvSpPr/>
          <p:nvPr/>
        </p:nvSpPr>
        <p:spPr>
          <a:xfrm>
            <a:off x="3798481" y="6492875"/>
            <a:ext cx="2934828" cy="2694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4917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60E03-F835-3C22-0DE6-AF461D03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70CF21-51FE-3E50-D285-74065169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682BD3-D76D-E34B-8C41-93597BC60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9407"/>
            <a:ext cx="10515600" cy="4747556"/>
          </a:xfrm>
        </p:spPr>
        <p:txBody>
          <a:bodyPr/>
          <a:lstStyle/>
          <a:p>
            <a:r>
              <a:rPr lang="zh-TW" altLang="en-US" dirty="0"/>
              <a:t>一、模型互換，比較正確性</a:t>
            </a:r>
            <a:endParaRPr lang="en-US" altLang="zh-TW" dirty="0"/>
          </a:p>
          <a:p>
            <a:pPr lvl="1"/>
            <a:r>
              <a:rPr lang="en-US" altLang="zh-TW" dirty="0"/>
              <a:t>Prosecutor</a:t>
            </a:r>
            <a:r>
              <a:rPr lang="zh-TW" altLang="en-US" dirty="0"/>
              <a:t>：</a:t>
            </a:r>
            <a:r>
              <a:rPr lang="en-US" altLang="zh-TW" dirty="0"/>
              <a:t>deepseek-v4-pro</a:t>
            </a:r>
          </a:p>
          <a:p>
            <a:pPr lvl="1"/>
            <a:r>
              <a:rPr lang="en-US" altLang="zh-TW" dirty="0"/>
              <a:t>Defender</a:t>
            </a:r>
            <a:r>
              <a:rPr lang="zh-TW" altLang="en-US" dirty="0"/>
              <a:t>：</a:t>
            </a:r>
            <a:r>
              <a:rPr lang="en-US" altLang="zh-TW" dirty="0"/>
              <a:t>llama-3.3-70b-verssatile</a:t>
            </a:r>
          </a:p>
          <a:p>
            <a:pPr lvl="1"/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91F706-6C10-98F2-0E17-5CE2878CE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6947" y="2755800"/>
            <a:ext cx="10416423" cy="3998052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60013C1-02D5-BD1A-9F07-D43613F92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8" t="69965" r="82265" b="24252"/>
          <a:stretch>
            <a:fillRect/>
          </a:stretch>
        </p:blipFill>
        <p:spPr>
          <a:xfrm>
            <a:off x="391391" y="4615615"/>
            <a:ext cx="2461324" cy="588581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8" name="箭號: 向下 7">
            <a:extLst>
              <a:ext uri="{FF2B5EF4-FFF2-40B4-BE49-F238E27FC236}">
                <a16:creationId xmlns:a16="http://schemas.microsoft.com/office/drawing/2014/main" id="{D2715069-2D04-09E0-FEA6-8D84A41FBC4D}"/>
              </a:ext>
            </a:extLst>
          </p:cNvPr>
          <p:cNvSpPr/>
          <p:nvPr/>
        </p:nvSpPr>
        <p:spPr>
          <a:xfrm rot="2514100">
            <a:off x="543120" y="4089736"/>
            <a:ext cx="522285" cy="4097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2D4AC5-406C-5222-9806-C8DE666C54A6}"/>
              </a:ext>
            </a:extLst>
          </p:cNvPr>
          <p:cNvSpPr/>
          <p:nvPr/>
        </p:nvSpPr>
        <p:spPr>
          <a:xfrm>
            <a:off x="4085664" y="6492875"/>
            <a:ext cx="2865853" cy="260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73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524B3-A59B-3648-3E1F-FA605AB2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576B03-1A86-49C1-A479-0EE2763E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前次事項</a:t>
            </a:r>
            <a:r>
              <a:rPr lang="en-US" altLang="zh-TW" dirty="0"/>
              <a:t>-</a:t>
            </a:r>
            <a:r>
              <a:rPr lang="zh-TW" altLang="en-US" dirty="0">
                <a:solidFill>
                  <a:srgbClr val="FF0000"/>
                </a:solidFill>
              </a:rPr>
              <a:t>待完成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B3D554F-8BDC-A610-8C37-325C175B9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zh-TW" altLang="en-US" dirty="0"/>
              <a:t>二、程式、歷次</a:t>
            </a:r>
            <a:r>
              <a:rPr lang="en-US" altLang="zh-TW" dirty="0"/>
              <a:t>Meeting</a:t>
            </a:r>
            <a:r>
              <a:rPr lang="zh-TW" altLang="en-US" dirty="0"/>
              <a:t>簡報，放到</a:t>
            </a:r>
            <a:r>
              <a:rPr lang="en-US" altLang="zh-TW" dirty="0" err="1"/>
              <a:t>Github</a:t>
            </a:r>
            <a:r>
              <a:rPr lang="zh-TW" altLang="en-US" dirty="0"/>
              <a:t>上</a:t>
            </a:r>
            <a:endParaRPr lang="en-US" altLang="zh-TW" dirty="0"/>
          </a:p>
          <a:p>
            <a:r>
              <a:rPr lang="zh-TW" altLang="en-US"/>
              <a:t>三、開始撰寫論文，並完成初稿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37827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80</Words>
  <Application>Microsoft Office PowerPoint</Application>
  <PresentationFormat>寬螢幕</PresentationFormat>
  <Paragraphs>15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前次事項</vt:lpstr>
      <vt:lpstr>前次事項</vt:lpstr>
      <vt:lpstr>前次事項</vt:lpstr>
      <vt:lpstr>前次事項-待完成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mastertsai@outlook.com</dc:creator>
  <cp:lastModifiedBy>mastertsai@outlook.com</cp:lastModifiedBy>
  <cp:revision>1</cp:revision>
  <dcterms:created xsi:type="dcterms:W3CDTF">2026-05-15T02:46:21Z</dcterms:created>
  <dcterms:modified xsi:type="dcterms:W3CDTF">2026-06-18T05:41:08Z</dcterms:modified>
</cp:coreProperties>
</file>