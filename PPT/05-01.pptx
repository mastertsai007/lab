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4909F-78B1-4152-BC66-9222DCA21A42}" v="4" dt="2026-05-01T11:05:19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ertsai@outlook.com" userId="e9d72a7dd8d43541" providerId="LiveId" clId="{C006AC16-6F5C-424B-9670-C28FAB9B523E}"/>
    <pc:docChg chg="custSel modSld">
      <pc:chgData name="mastertsai@outlook.com" userId="e9d72a7dd8d43541" providerId="LiveId" clId="{C006AC16-6F5C-424B-9670-C28FAB9B523E}" dt="2026-05-01T11:54:37.147" v="36" actId="1076"/>
      <pc:docMkLst>
        <pc:docMk/>
      </pc:docMkLst>
      <pc:sldChg chg="modSp mod">
        <pc:chgData name="mastertsai@outlook.com" userId="e9d72a7dd8d43541" providerId="LiveId" clId="{C006AC16-6F5C-424B-9670-C28FAB9B523E}" dt="2026-05-01T11:05:09.214" v="6" actId="20577"/>
        <pc:sldMkLst>
          <pc:docMk/>
          <pc:sldMk cId="2460592002" sldId="259"/>
        </pc:sldMkLst>
        <pc:spChg chg="mod">
          <ac:chgData name="mastertsai@outlook.com" userId="e9d72a7dd8d43541" providerId="LiveId" clId="{C006AC16-6F5C-424B-9670-C28FAB9B523E}" dt="2026-05-01T11:05:09.214" v="6" actId="20577"/>
          <ac:spMkLst>
            <pc:docMk/>
            <pc:sldMk cId="2460592002" sldId="259"/>
            <ac:spMk id="2" creationId="{C90A527E-C14D-2060-CDF2-C52FEE8FFD79}"/>
          </ac:spMkLst>
        </pc:spChg>
      </pc:sldChg>
      <pc:sldChg chg="addSp delSp modSp mod">
        <pc:chgData name="mastertsai@outlook.com" userId="e9d72a7dd8d43541" providerId="LiveId" clId="{C006AC16-6F5C-424B-9670-C28FAB9B523E}" dt="2026-05-01T11:54:37.147" v="36" actId="1076"/>
        <pc:sldMkLst>
          <pc:docMk/>
          <pc:sldMk cId="1548606245" sldId="260"/>
        </pc:sldMkLst>
        <pc:spChg chg="mod">
          <ac:chgData name="mastertsai@outlook.com" userId="e9d72a7dd8d43541" providerId="LiveId" clId="{C006AC16-6F5C-424B-9670-C28FAB9B523E}" dt="2026-05-01T11:05:19.099" v="19"/>
          <ac:spMkLst>
            <pc:docMk/>
            <pc:sldMk cId="1548606245" sldId="260"/>
            <ac:spMk id="2" creationId="{450B0B21-5546-434B-1BD0-642B2E1C9494}"/>
          </ac:spMkLst>
        </pc:spChg>
        <pc:picChg chg="del">
          <ac:chgData name="mastertsai@outlook.com" userId="e9d72a7dd8d43541" providerId="LiveId" clId="{C006AC16-6F5C-424B-9670-C28FAB9B523E}" dt="2026-05-01T11:05:00.362" v="0" actId="478"/>
          <ac:picMkLst>
            <pc:docMk/>
            <pc:sldMk cId="1548606245" sldId="260"/>
            <ac:picMk id="4" creationId="{AB27635A-6685-D57B-96A2-8159DBB10EED}"/>
          </ac:picMkLst>
        </pc:picChg>
        <pc:picChg chg="add mod">
          <ac:chgData name="mastertsai@outlook.com" userId="e9d72a7dd8d43541" providerId="LiveId" clId="{C006AC16-6F5C-424B-9670-C28FAB9B523E}" dt="2026-05-01T11:54:29.177" v="34" actId="1076"/>
          <ac:picMkLst>
            <pc:docMk/>
            <pc:sldMk cId="1548606245" sldId="260"/>
            <ac:picMk id="6" creationId="{2870F0FF-48F0-E382-AD7D-8CB7CA613153}"/>
          </ac:picMkLst>
        </pc:picChg>
        <pc:picChg chg="add mod">
          <ac:chgData name="mastertsai@outlook.com" userId="e9d72a7dd8d43541" providerId="LiveId" clId="{C006AC16-6F5C-424B-9670-C28FAB9B523E}" dt="2026-05-01T11:54:37.147" v="36" actId="1076"/>
          <ac:picMkLst>
            <pc:docMk/>
            <pc:sldMk cId="1548606245" sldId="260"/>
            <ac:picMk id="9" creationId="{4C3B8435-AB3E-F934-80EB-BB44D270DC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EB677B-65EC-E1B3-8616-C5DFB4141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042CDE-A753-BA0A-3F1F-49DF447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BB3A0D-EF01-2D19-9942-3573E81C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42F1D4-0E3A-3718-8283-D171BA44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99AB68-E19F-D1F1-6434-47DCE478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93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D7EFB-4C41-8CFE-A723-2117D9B6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D957E1-83EF-1A7D-A5BA-53901716D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DA1BCA-6D10-921B-78D0-5EEA1CB0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29AC67-E45E-0120-6B6A-5CB68115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8738E8-5958-78A0-31BD-877DF2C0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98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F487B-C0FA-1B6A-C0A6-1197C9F8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5A0C09-47EE-1C85-4968-1BFDDF275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E69E2-8C73-3FD2-E32C-1562D58A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E8B5D8-D9F3-8621-DFE0-4E8C68A9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627772-0859-C849-4145-E5F178E3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4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8DEBB1-1BA8-2799-968E-BA09D7F1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778CA8-CA8C-D263-11DE-29B077F56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262633-11EE-A7D8-1AB5-24CC880C9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27DCFF-4DCD-87EE-C203-5F9AEA63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00744B4-A2DA-9251-CA8C-A5567B0C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D62D0A-3F2D-79F7-7F5D-B199AE94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3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A5F674-3AF5-F1B6-A393-9C8DEC5A9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70324F-44BA-F02B-F8AB-9B9E9E64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29B0EE-9260-C34E-001D-5BAD5020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8A99B8F-6A19-F899-0FE7-74AC4C3A9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28B39D-0D32-907C-D7F0-99AB2FFC1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B19EF71-6B50-F631-CAA2-8C95E9E6B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B2B609A-E540-DEE8-2F88-504214380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DA05C27-D088-BCE4-0AAA-FACDEDCC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30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11393-BA93-BF4F-ADE3-5E3FE640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2F66B5E-FA84-77C0-00D7-6B0DFCB9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153799-A500-54DA-5738-4CA4381E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4EB0A9-927F-C916-DC72-016446919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53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2E9A0C9-7433-D088-3746-E3A442D7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92FEA67-CCE2-C211-2922-CE9E5E66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2B9932-E06E-E2B9-DB32-4662F4F8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15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757C1B-36C6-F170-17DF-36D86724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23B892-86BE-A086-4C30-0C09F838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6F0B23-FE63-51DE-B777-8C50F533D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29598-A6C4-934D-0FD5-B899A120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A23A5C-A6D5-3BDA-E41A-6FBB7314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C1BE64-C12F-AEE4-1ADD-9967A997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0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8F264B-CDF9-87C8-FF4E-D291727B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FB6A5D0-20AC-01F3-2B51-3BF442619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F0F033-50F7-73BA-A8D3-30C45438B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F4A076-0D0E-BAEE-191A-EDA82F5D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E36C0F-A61E-85FA-9B5B-ECD8523C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A27FB3-80CD-72F1-028E-C667A233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61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2C2FA5-A179-9C49-471D-753F85B7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09B7CB-0F00-78F7-97BF-5FD8036C7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4B267B-8D00-22EC-B7BF-5C906EDE3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F18DA5-6658-6558-921E-7198C8F8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07AC4F-DE86-854F-0F62-068B797E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58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C4AFE1-49F1-5E56-395D-F1666E144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8CA998-9F6A-EA0B-3AA6-F7B95F235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6F85E1-59B2-5D46-6A78-9B97F33A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E0EA33-4E30-AE6D-7ECC-B891B86F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A9AA0E-BC2A-B960-B210-B3AC8B47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031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4507A69-3914-4A86-D835-0B9BA869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2B6B24-BA99-7C0A-2E60-3385FF0E3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1691F2-9B55-3D67-2754-41AFA13D9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04175-6B1D-4BD9-8660-97846B0DCBF5}" type="datetimeFigureOut">
              <a:rPr lang="zh-TW" altLang="en-US" smtClean="0"/>
              <a:t>2026/5/1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AB8ED6-8FE9-A09B-3BA5-647BAA808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4EB82B-F01D-65A8-7DB1-B1116DE73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32472-1C55-4895-86A6-2174D80EED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86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A9653B-FCD5-ABE2-FE57-AA2E9D0DC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 Agent</a:t>
            </a:r>
            <a:r>
              <a:rPr lang="zh-TW" altLang="en-US" dirty="0"/>
              <a:t>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1BDF67-D59D-0891-8E92-C344B0362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altLang="zh-TW" b="1" dirty="0"/>
              <a:t>L1 </a:t>
            </a:r>
            <a:r>
              <a:rPr lang="zh-TW" altLang="zh-TW" b="1" dirty="0"/>
              <a:t>代理人</a:t>
            </a:r>
            <a:r>
              <a:rPr lang="en-US" altLang="zh-TW" b="1" dirty="0"/>
              <a:t> (Phi-3)</a:t>
            </a:r>
            <a:r>
              <a:rPr lang="zh-TW" altLang="zh-TW" dirty="0"/>
              <a:t>：負責「意圖與動作雙軌解耦」。將冰冷的日誌翻譯為表層動作（</a:t>
            </a:r>
            <a:r>
              <a:rPr lang="en-US" altLang="zh-TW" dirty="0"/>
              <a:t>Action</a:t>
            </a:r>
            <a:r>
              <a:rPr lang="zh-TW" altLang="zh-TW" dirty="0"/>
              <a:t>）與戰略意圖（</a:t>
            </a:r>
            <a:r>
              <a:rPr lang="en-US" altLang="zh-TW" dirty="0"/>
              <a:t>Intent</a:t>
            </a:r>
            <a:r>
              <a:rPr lang="zh-TW" altLang="zh-TW" dirty="0"/>
              <a:t>），並保證</a:t>
            </a:r>
            <a:r>
              <a:rPr lang="en-US" altLang="zh-TW" dirty="0"/>
              <a:t> 100% </a:t>
            </a:r>
            <a:r>
              <a:rPr lang="zh-TW" altLang="zh-TW" dirty="0"/>
              <a:t>輸出</a:t>
            </a:r>
            <a:r>
              <a:rPr lang="en-US" altLang="zh-TW" dirty="0"/>
              <a:t> JSON</a:t>
            </a:r>
            <a:r>
              <a:rPr lang="zh-TW" altLang="zh-TW" dirty="0"/>
              <a:t>。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zh-TW" altLang="zh-TW" b="1" dirty="0"/>
              <a:t>意圖驅動</a:t>
            </a:r>
            <a:r>
              <a:rPr lang="en-US" altLang="zh-TW" b="1" dirty="0"/>
              <a:t> RAG (Intent-Driven RAG)</a:t>
            </a:r>
            <a:r>
              <a:rPr lang="zh-TW" altLang="zh-TW" dirty="0"/>
              <a:t>：僅拿</a:t>
            </a:r>
            <a:r>
              <a:rPr lang="en-US" altLang="zh-TW" dirty="0"/>
              <a:t> L1 </a:t>
            </a:r>
            <a:r>
              <a:rPr lang="zh-TW" altLang="zh-TW" dirty="0"/>
              <a:t>萃取的「</a:t>
            </a:r>
            <a:r>
              <a:rPr lang="en-US" altLang="zh-TW" dirty="0"/>
              <a:t>Intent</a:t>
            </a:r>
            <a:r>
              <a:rPr lang="zh-TW" altLang="zh-TW" dirty="0"/>
              <a:t>」去比對</a:t>
            </a:r>
            <a:r>
              <a:rPr lang="en-US" altLang="zh-TW" dirty="0"/>
              <a:t> MITRE ATT&amp;CK </a:t>
            </a:r>
            <a:r>
              <a:rPr lang="zh-TW" altLang="zh-TW" dirty="0"/>
              <a:t>知識庫，精準映射出</a:t>
            </a:r>
            <a:r>
              <a:rPr lang="en-US" altLang="zh-TW" dirty="0"/>
              <a:t> </a:t>
            </a:r>
            <a:r>
              <a:rPr lang="en-US" altLang="zh-TW" dirty="0" err="1"/>
              <a:t>Threat_ID</a:t>
            </a:r>
            <a:r>
              <a:rPr lang="zh-TW" altLang="zh-TW" dirty="0"/>
              <a:t>。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altLang="zh-TW" b="1" dirty="0"/>
              <a:t>L2 </a:t>
            </a:r>
            <a:r>
              <a:rPr lang="zh-TW" altLang="zh-TW" b="1" dirty="0"/>
              <a:t>代理人</a:t>
            </a:r>
            <a:r>
              <a:rPr lang="en-US" altLang="zh-TW" b="1" dirty="0"/>
              <a:t> (Llama 3.1)</a:t>
            </a:r>
            <a:r>
              <a:rPr lang="zh-TW" altLang="zh-TW" dirty="0"/>
              <a:t>：綜合上述情資，進行威脅嚴重度（</a:t>
            </a:r>
            <a:r>
              <a:rPr lang="en-US" altLang="zh-TW" dirty="0"/>
              <a:t>Severity</a:t>
            </a:r>
            <a:r>
              <a:rPr lang="zh-TW" altLang="zh-TW" dirty="0"/>
              <a:t>）評分，並產出可供</a:t>
            </a:r>
            <a:r>
              <a:rPr lang="en-US" altLang="zh-TW" dirty="0"/>
              <a:t> SIEM/SOAR </a:t>
            </a:r>
            <a:r>
              <a:rPr lang="zh-TW" altLang="zh-TW" dirty="0"/>
              <a:t>自動化執行的緩解策略（</a:t>
            </a:r>
            <a:r>
              <a:rPr lang="en-US" altLang="zh-TW" dirty="0"/>
              <a:t>Mitigation</a:t>
            </a:r>
            <a:r>
              <a:rPr lang="zh-TW" altLang="zh-TW" dirty="0"/>
              <a:t>）。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L3 </a:t>
            </a:r>
            <a:r>
              <a:rPr lang="zh-TW" altLang="zh-TW" b="1" dirty="0"/>
              <a:t>裁判代理人</a:t>
            </a:r>
            <a:r>
              <a:rPr lang="en-US" altLang="zh-TW" b="1" dirty="0"/>
              <a:t> (LLM-as-a-Judge)</a:t>
            </a:r>
            <a:r>
              <a:rPr lang="zh-TW" altLang="zh-TW" dirty="0"/>
              <a:t>：針對帶有標準答案的測試集，由獨立模型進行「語意等效性評分」，取代死板的字串比對，還原系統真實的有效告警率。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4716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2BFF1-149C-8B23-8BC1-650DF8638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參考文獻一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DEF28D-D7C7-0FC2-A86E-13D617E00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整理該論文提供之</a:t>
            </a:r>
            <a:r>
              <a:rPr lang="en-US" altLang="zh-TW" dirty="0" err="1"/>
              <a:t>sample.json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04E152-B0C1-338E-1E00-69D909978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32" y="2437036"/>
            <a:ext cx="8429368" cy="405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8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2D6A-9D1B-6151-99AB-7BFEFEE71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0A527E-C14D-2060-CDF2-C52FEE8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分析結果</a:t>
            </a:r>
            <a:r>
              <a:rPr lang="en-US" altLang="zh-TW" dirty="0"/>
              <a:t>-OTRF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D7087C-867A-6891-E793-DB196409C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01" y="1690688"/>
            <a:ext cx="5284534" cy="480218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1B2F7FD-9A77-DBB3-E0D5-D0387A4FA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2"/>
          <a:stretch>
            <a:fillRect/>
          </a:stretch>
        </p:blipFill>
        <p:spPr>
          <a:xfrm>
            <a:off x="6368367" y="1508125"/>
            <a:ext cx="5444746" cy="516731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6059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FE40-D27A-B93F-0C1F-02A5AF62D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0B0B21-5546-434B-1BD0-642B2E1C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分析結果</a:t>
            </a:r>
            <a:r>
              <a:rPr lang="en-US" altLang="zh-TW" dirty="0"/>
              <a:t>-AI</a:t>
            </a:r>
            <a:r>
              <a:rPr lang="zh-TW" altLang="en-US" dirty="0"/>
              <a:t>生成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870F0FF-48F0-E382-AD7D-8CB7CA613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25" y="2101565"/>
            <a:ext cx="5654530" cy="390177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C3B8435-AB3E-F934-80EB-BB44D270D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204" y="2101565"/>
            <a:ext cx="6218796" cy="400019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548606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173</Words>
  <Application>Microsoft Office PowerPoint</Application>
  <PresentationFormat>寬螢幕</PresentationFormat>
  <Paragraphs>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Multi Agent架構</vt:lpstr>
      <vt:lpstr>參考文獻一</vt:lpstr>
      <vt:lpstr>分析結果-OTRF</vt:lpstr>
      <vt:lpstr>分析結果-AI生成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mastertsai@outlook.com</dc:creator>
  <cp:lastModifiedBy>mastertsai@outlook.com</cp:lastModifiedBy>
  <cp:revision>1</cp:revision>
  <dcterms:created xsi:type="dcterms:W3CDTF">2026-05-01T10:36:28Z</dcterms:created>
  <dcterms:modified xsi:type="dcterms:W3CDTF">2026-05-01T11:54:38Z</dcterms:modified>
</cp:coreProperties>
</file>