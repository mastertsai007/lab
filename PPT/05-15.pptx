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ACC5E-E498-4D8A-AFBC-A752EDEB332B}" v="67" dt="2026-05-15T11:56:20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undo custSel addSld delSld modSld sldOrd">
      <pc:chgData name="mastertsai@outlook.com" userId="e9d72a7dd8d43541" providerId="LiveId" clId="{C006AC16-6F5C-424B-9670-C28FAB9B523E}" dt="2026-05-15T12:06:56.506" v="348" actId="14100"/>
      <pc:docMkLst>
        <pc:docMk/>
      </pc:docMkLst>
      <pc:sldChg chg="del">
        <pc:chgData name="mastertsai@outlook.com" userId="e9d72a7dd8d43541" providerId="LiveId" clId="{C006AC16-6F5C-424B-9670-C28FAB9B523E}" dt="2026-05-15T10:57:51.754" v="1" actId="47"/>
        <pc:sldMkLst>
          <pc:docMk/>
          <pc:sldMk cId="1596273018" sldId="256"/>
        </pc:sldMkLst>
      </pc:sldChg>
      <pc:sldChg chg="addSp modSp mod">
        <pc:chgData name="mastertsai@outlook.com" userId="e9d72a7dd8d43541" providerId="LiveId" clId="{C006AC16-6F5C-424B-9670-C28FAB9B523E}" dt="2026-05-15T11:04:14.824" v="219" actId="20577"/>
        <pc:sldMkLst>
          <pc:docMk/>
          <pc:sldMk cId="391351539" sldId="257"/>
        </pc:sldMkLst>
        <pc:spChg chg="mod">
          <ac:chgData name="mastertsai@outlook.com" userId="e9d72a7dd8d43541" providerId="LiveId" clId="{C006AC16-6F5C-424B-9670-C28FAB9B523E}" dt="2026-05-15T11:04:14.824" v="219" actId="20577"/>
          <ac:spMkLst>
            <pc:docMk/>
            <pc:sldMk cId="391351539" sldId="257"/>
            <ac:spMk id="2" creationId="{7EF976BE-CF4A-2EBB-923C-33F91A7336A5}"/>
          </ac:spMkLst>
        </pc:spChg>
        <pc:spChg chg="add mod">
          <ac:chgData name="mastertsai@outlook.com" userId="e9d72a7dd8d43541" providerId="LiveId" clId="{C006AC16-6F5C-424B-9670-C28FAB9B523E}" dt="2026-05-15T11:03:15.007" v="119" actId="692"/>
          <ac:spMkLst>
            <pc:docMk/>
            <pc:sldMk cId="391351539" sldId="257"/>
            <ac:spMk id="3" creationId="{41B7572A-DB4B-72FB-2E45-32500B68FA84}"/>
          </ac:spMkLst>
        </pc:spChg>
        <pc:spChg chg="add mod">
          <ac:chgData name="mastertsai@outlook.com" userId="e9d72a7dd8d43541" providerId="LiveId" clId="{C006AC16-6F5C-424B-9670-C28FAB9B523E}" dt="2026-05-15T11:03:27.268" v="121" actId="14100"/>
          <ac:spMkLst>
            <pc:docMk/>
            <pc:sldMk cId="391351539" sldId="257"/>
            <ac:spMk id="4" creationId="{F263706E-DA70-43F7-72BF-D08CED459EAF}"/>
          </ac:spMkLst>
        </pc:spChg>
      </pc:sldChg>
      <pc:sldChg chg="addSp modSp mod">
        <pc:chgData name="mastertsai@outlook.com" userId="e9d72a7dd8d43541" providerId="LiveId" clId="{C006AC16-6F5C-424B-9670-C28FAB9B523E}" dt="2026-05-15T11:04:24.049" v="229" actId="20577"/>
        <pc:sldMkLst>
          <pc:docMk/>
          <pc:sldMk cId="801131904" sldId="258"/>
        </pc:sldMkLst>
        <pc:spChg chg="mod">
          <ac:chgData name="mastertsai@outlook.com" userId="e9d72a7dd8d43541" providerId="LiveId" clId="{C006AC16-6F5C-424B-9670-C28FAB9B523E}" dt="2026-05-15T11:04:24.049" v="229" actId="20577"/>
          <ac:spMkLst>
            <pc:docMk/>
            <pc:sldMk cId="801131904" sldId="258"/>
            <ac:spMk id="2" creationId="{E8106AD7-DE0A-29FF-AED3-65857C13BBE2}"/>
          </ac:spMkLst>
        </pc:spChg>
        <pc:spChg chg="add mod">
          <ac:chgData name="mastertsai@outlook.com" userId="e9d72a7dd8d43541" providerId="LiveId" clId="{C006AC16-6F5C-424B-9670-C28FAB9B523E}" dt="2026-05-15T11:03:40.070" v="124" actId="14100"/>
          <ac:spMkLst>
            <pc:docMk/>
            <pc:sldMk cId="801131904" sldId="258"/>
            <ac:spMk id="3" creationId="{C47D59CD-2090-DC89-223B-47BEEF034E53}"/>
          </ac:spMkLst>
        </pc:spChg>
        <pc:spChg chg="add mod">
          <ac:chgData name="mastertsai@outlook.com" userId="e9d72a7dd8d43541" providerId="LiveId" clId="{C006AC16-6F5C-424B-9670-C28FAB9B523E}" dt="2026-05-15T11:03:51.940" v="148" actId="14100"/>
          <ac:spMkLst>
            <pc:docMk/>
            <pc:sldMk cId="801131904" sldId="258"/>
            <ac:spMk id="4" creationId="{F57DF251-49AD-7CB6-AFE4-C8D5C3746062}"/>
          </ac:spMkLst>
        </pc:spChg>
      </pc:sldChg>
      <pc:sldChg chg="addSp delSp modSp mod">
        <pc:chgData name="mastertsai@outlook.com" userId="e9d72a7dd8d43541" providerId="LiveId" clId="{C006AC16-6F5C-424B-9670-C28FAB9B523E}" dt="2026-05-15T11:05:21.282" v="247" actId="14100"/>
        <pc:sldMkLst>
          <pc:docMk/>
          <pc:sldMk cId="3986898564" sldId="259"/>
        </pc:sldMkLst>
        <pc:spChg chg="add del mod">
          <ac:chgData name="mastertsai@outlook.com" userId="e9d72a7dd8d43541" providerId="LiveId" clId="{C006AC16-6F5C-424B-9670-C28FAB9B523E}" dt="2026-05-15T11:04:54.789" v="242" actId="20577"/>
          <ac:spMkLst>
            <pc:docMk/>
            <pc:sldMk cId="3986898564" sldId="259"/>
            <ac:spMk id="2" creationId="{F55E2132-8F8B-B4C4-E6D9-DAF28BCD1E53}"/>
          </ac:spMkLst>
        </pc:spChg>
        <pc:spChg chg="add mod">
          <ac:chgData name="mastertsai@outlook.com" userId="e9d72a7dd8d43541" providerId="LiveId" clId="{C006AC16-6F5C-424B-9670-C28FAB9B523E}" dt="2026-05-15T11:04:44.964" v="231"/>
          <ac:spMkLst>
            <pc:docMk/>
            <pc:sldMk cId="3986898564" sldId="259"/>
            <ac:spMk id="3" creationId="{0A8E16ED-5D54-DCDE-2836-435507D18407}"/>
          </ac:spMkLst>
        </pc:spChg>
        <pc:spChg chg="add mod">
          <ac:chgData name="mastertsai@outlook.com" userId="e9d72a7dd8d43541" providerId="LiveId" clId="{C006AC16-6F5C-424B-9670-C28FAB9B523E}" dt="2026-05-15T11:05:13.927" v="245" actId="14100"/>
          <ac:spMkLst>
            <pc:docMk/>
            <pc:sldMk cId="3986898564" sldId="259"/>
            <ac:spMk id="4" creationId="{19A2E977-1778-8BB0-6DE3-3557CDACDFCA}"/>
          </ac:spMkLst>
        </pc:spChg>
        <pc:spChg chg="add mod">
          <ac:chgData name="mastertsai@outlook.com" userId="e9d72a7dd8d43541" providerId="LiveId" clId="{C006AC16-6F5C-424B-9670-C28FAB9B523E}" dt="2026-05-15T11:05:21.282" v="247" actId="14100"/>
          <ac:spMkLst>
            <pc:docMk/>
            <pc:sldMk cId="3986898564" sldId="259"/>
            <ac:spMk id="6" creationId="{6A8B7342-A3EB-08F7-AC42-5A7F95892B32}"/>
          </ac:spMkLst>
        </pc:spChg>
      </pc:sldChg>
      <pc:sldChg chg="addSp modSp mod">
        <pc:chgData name="mastertsai@outlook.com" userId="e9d72a7dd8d43541" providerId="LiveId" clId="{C006AC16-6F5C-424B-9670-C28FAB9B523E}" dt="2026-05-15T11:23:55.897" v="291" actId="14100"/>
        <pc:sldMkLst>
          <pc:docMk/>
          <pc:sldMk cId="477386924" sldId="260"/>
        </pc:sldMkLst>
        <pc:spChg chg="add mod">
          <ac:chgData name="mastertsai@outlook.com" userId="e9d72a7dd8d43541" providerId="LiveId" clId="{C006AC16-6F5C-424B-9670-C28FAB9B523E}" dt="2026-05-15T11:08:18.814" v="257" actId="1076"/>
          <ac:spMkLst>
            <pc:docMk/>
            <pc:sldMk cId="477386924" sldId="260"/>
            <ac:spMk id="3" creationId="{E1A0E6FB-8419-2762-27FD-A72969FDB9DA}"/>
          </ac:spMkLst>
        </pc:spChg>
        <pc:spChg chg="add mod">
          <ac:chgData name="mastertsai@outlook.com" userId="e9d72a7dd8d43541" providerId="LiveId" clId="{C006AC16-6F5C-424B-9670-C28FAB9B523E}" dt="2026-05-15T11:23:55.897" v="291" actId="14100"/>
          <ac:spMkLst>
            <pc:docMk/>
            <pc:sldMk cId="477386924" sldId="260"/>
            <ac:spMk id="4" creationId="{911F18BA-ED71-81B7-1AF8-FF7E68C8FB16}"/>
          </ac:spMkLst>
        </pc:spChg>
      </pc:sldChg>
      <pc:sldChg chg="addSp modSp del mod ord">
        <pc:chgData name="mastertsai@outlook.com" userId="e9d72a7dd8d43541" providerId="LiveId" clId="{C006AC16-6F5C-424B-9670-C28FAB9B523E}" dt="2026-05-15T11:07:44.790" v="255" actId="47"/>
        <pc:sldMkLst>
          <pc:docMk/>
          <pc:sldMk cId="344532352" sldId="261"/>
        </pc:sldMkLst>
        <pc:spChg chg="add mod">
          <ac:chgData name="mastertsai@outlook.com" userId="e9d72a7dd8d43541" providerId="LiveId" clId="{C006AC16-6F5C-424B-9670-C28FAB9B523E}" dt="2026-05-15T11:06:20.659" v="251" actId="1076"/>
          <ac:spMkLst>
            <pc:docMk/>
            <pc:sldMk cId="344532352" sldId="261"/>
            <ac:spMk id="3" creationId="{58BCBBB2-B413-1666-3BC7-E12274913B1D}"/>
          </ac:spMkLst>
        </pc:spChg>
        <pc:spChg chg="add mod">
          <ac:chgData name="mastertsai@outlook.com" userId="e9d72a7dd8d43541" providerId="LiveId" clId="{C006AC16-6F5C-424B-9670-C28FAB9B523E}" dt="2026-05-15T11:06:30.318" v="254" actId="14100"/>
          <ac:spMkLst>
            <pc:docMk/>
            <pc:sldMk cId="344532352" sldId="261"/>
            <ac:spMk id="4" creationId="{B7DC9C7C-F8E5-5E2A-2619-15B9077B2F30}"/>
          </ac:spMkLst>
        </pc:spChg>
      </pc:sldChg>
      <pc:sldChg chg="addSp modSp mod">
        <pc:chgData name="mastertsai@outlook.com" userId="e9d72a7dd8d43541" providerId="LiveId" clId="{C006AC16-6F5C-424B-9670-C28FAB9B523E}" dt="2026-05-15T11:24:30.497" v="303" actId="14100"/>
        <pc:sldMkLst>
          <pc:docMk/>
          <pc:sldMk cId="489432868" sldId="262"/>
        </pc:sldMkLst>
        <pc:spChg chg="add mod">
          <ac:chgData name="mastertsai@outlook.com" userId="e9d72a7dd8d43541" providerId="LiveId" clId="{C006AC16-6F5C-424B-9670-C28FAB9B523E}" dt="2026-05-15T11:21:19.378" v="273" actId="14100"/>
          <ac:spMkLst>
            <pc:docMk/>
            <pc:sldMk cId="489432868" sldId="262"/>
            <ac:spMk id="3" creationId="{8F3E0FD2-4C06-96FF-483E-0A0EC6FD7EA4}"/>
          </ac:spMkLst>
        </pc:spChg>
        <pc:spChg chg="add mod">
          <ac:chgData name="mastertsai@outlook.com" userId="e9d72a7dd8d43541" providerId="LiveId" clId="{C006AC16-6F5C-424B-9670-C28FAB9B523E}" dt="2026-05-15T11:24:30.497" v="303" actId="14100"/>
          <ac:spMkLst>
            <pc:docMk/>
            <pc:sldMk cId="489432868" sldId="262"/>
            <ac:spMk id="4" creationId="{2732CCD1-F3BC-FCA7-BB3E-89125E52848E}"/>
          </ac:spMkLst>
        </pc:spChg>
        <pc:picChg chg="mod">
          <ac:chgData name="mastertsai@outlook.com" userId="e9d72a7dd8d43541" providerId="LiveId" clId="{C006AC16-6F5C-424B-9670-C28FAB9B523E}" dt="2026-05-15T11:21:09.104" v="271" actId="1076"/>
          <ac:picMkLst>
            <pc:docMk/>
            <pc:sldMk cId="489432868" sldId="262"/>
            <ac:picMk id="5" creationId="{F710902A-F9E6-2F18-08A0-BF90A5FD37CE}"/>
          </ac:picMkLst>
        </pc:picChg>
      </pc:sldChg>
      <pc:sldChg chg="addSp modSp mod">
        <pc:chgData name="mastertsai@outlook.com" userId="e9d72a7dd8d43541" providerId="LiveId" clId="{C006AC16-6F5C-424B-9670-C28FAB9B523E}" dt="2026-05-15T12:04:24.556" v="344" actId="14100"/>
        <pc:sldMkLst>
          <pc:docMk/>
          <pc:sldMk cId="2107608767" sldId="263"/>
        </pc:sldMkLst>
        <pc:spChg chg="add mod">
          <ac:chgData name="mastertsai@outlook.com" userId="e9d72a7dd8d43541" providerId="LiveId" clId="{C006AC16-6F5C-424B-9670-C28FAB9B523E}" dt="2026-05-15T11:23:08.738" v="285" actId="1076"/>
          <ac:spMkLst>
            <pc:docMk/>
            <pc:sldMk cId="2107608767" sldId="263"/>
            <ac:spMk id="3" creationId="{71E15E21-B6E9-E893-583D-A7E7424078E1}"/>
          </ac:spMkLst>
        </pc:spChg>
        <pc:spChg chg="add mod">
          <ac:chgData name="mastertsai@outlook.com" userId="e9d72a7dd8d43541" providerId="LiveId" clId="{C006AC16-6F5C-424B-9670-C28FAB9B523E}" dt="2026-05-15T12:04:24.556" v="344" actId="14100"/>
          <ac:spMkLst>
            <pc:docMk/>
            <pc:sldMk cId="2107608767" sldId="263"/>
            <ac:spMk id="4" creationId="{142B2B9F-2CF7-E33D-341F-E2D3F6A69942}"/>
          </ac:spMkLst>
        </pc:spChg>
        <pc:picChg chg="mod">
          <ac:chgData name="mastertsai@outlook.com" userId="e9d72a7dd8d43541" providerId="LiveId" clId="{C006AC16-6F5C-424B-9670-C28FAB9B523E}" dt="2026-05-15T11:23:02.294" v="284" actId="1076"/>
          <ac:picMkLst>
            <pc:docMk/>
            <pc:sldMk cId="2107608767" sldId="263"/>
            <ac:picMk id="5" creationId="{6ABFF5D6-69EA-7249-5781-336BF6E4B942}"/>
          </ac:picMkLst>
        </pc:picChg>
      </pc:sldChg>
      <pc:sldChg chg="addSp modSp add mod">
        <pc:chgData name="mastertsai@outlook.com" userId="e9d72a7dd8d43541" providerId="LiveId" clId="{C006AC16-6F5C-424B-9670-C28FAB9B523E}" dt="2026-05-15T11:02:18.667" v="108"/>
        <pc:sldMkLst>
          <pc:docMk/>
          <pc:sldMk cId="2492463982" sldId="264"/>
        </pc:sldMkLst>
        <pc:spChg chg="mod">
          <ac:chgData name="mastertsai@outlook.com" userId="e9d72a7dd8d43541" providerId="LiveId" clId="{C006AC16-6F5C-424B-9670-C28FAB9B523E}" dt="2026-05-15T11:02:18.667" v="108"/>
          <ac:spMkLst>
            <pc:docMk/>
            <pc:sldMk cId="2492463982" sldId="264"/>
            <ac:spMk id="4" creationId="{8B2A99AC-2382-C401-3A0F-0D9E62103E17}"/>
          </ac:spMkLst>
        </pc:spChg>
        <pc:picChg chg="add mod">
          <ac:chgData name="mastertsai@outlook.com" userId="e9d72a7dd8d43541" providerId="LiveId" clId="{C006AC16-6F5C-424B-9670-C28FAB9B523E}" dt="2026-05-15T11:01:43.601" v="97" actId="692"/>
          <ac:picMkLst>
            <pc:docMk/>
            <pc:sldMk cId="2492463982" sldId="264"/>
            <ac:picMk id="5" creationId="{A0E1A5A0-A164-E18D-F1EA-9E4A462ACFCE}"/>
          </ac:picMkLst>
        </pc:picChg>
        <pc:picChg chg="add mod">
          <ac:chgData name="mastertsai@outlook.com" userId="e9d72a7dd8d43541" providerId="LiveId" clId="{C006AC16-6F5C-424B-9670-C28FAB9B523E}" dt="2026-05-15T11:01:52.425" v="107" actId="692"/>
          <ac:picMkLst>
            <pc:docMk/>
            <pc:sldMk cId="2492463982" sldId="264"/>
            <ac:picMk id="7" creationId="{649A3460-F8A1-6B93-310F-47CB859D8E3D}"/>
          </ac:picMkLst>
        </pc:picChg>
      </pc:sldChg>
      <pc:sldChg chg="new del">
        <pc:chgData name="mastertsai@outlook.com" userId="e9d72a7dd8d43541" providerId="LiveId" clId="{C006AC16-6F5C-424B-9670-C28FAB9B523E}" dt="2026-05-15T11:20:41.017" v="267" actId="680"/>
        <pc:sldMkLst>
          <pc:docMk/>
          <pc:sldMk cId="17265561" sldId="265"/>
        </pc:sldMkLst>
      </pc:sldChg>
      <pc:sldChg chg="addSp delSp modSp new mod">
        <pc:chgData name="mastertsai@outlook.com" userId="e9d72a7dd8d43541" providerId="LiveId" clId="{C006AC16-6F5C-424B-9670-C28FAB9B523E}" dt="2026-05-15T11:27:53.403" v="308" actId="14100"/>
        <pc:sldMkLst>
          <pc:docMk/>
          <pc:sldMk cId="162297561" sldId="265"/>
        </pc:sldMkLst>
        <pc:spChg chg="del">
          <ac:chgData name="mastertsai@outlook.com" userId="e9d72a7dd8d43541" providerId="LiveId" clId="{C006AC16-6F5C-424B-9670-C28FAB9B523E}" dt="2026-05-15T11:27:44.238" v="306"/>
          <ac:spMkLst>
            <pc:docMk/>
            <pc:sldMk cId="162297561" sldId="265"/>
            <ac:spMk id="3" creationId="{1EEBDDAB-FB43-0737-C1C1-A23828F84020}"/>
          </ac:spMkLst>
        </pc:spChg>
        <pc:picChg chg="add mod ord">
          <ac:chgData name="mastertsai@outlook.com" userId="e9d72a7dd8d43541" providerId="LiveId" clId="{C006AC16-6F5C-424B-9670-C28FAB9B523E}" dt="2026-05-15T11:27:53.403" v="308" actId="14100"/>
          <ac:picMkLst>
            <pc:docMk/>
            <pc:sldMk cId="162297561" sldId="265"/>
            <ac:picMk id="5" creationId="{02FD8574-186F-8CAD-781B-4ECD1327425D}"/>
          </ac:picMkLst>
        </pc:picChg>
      </pc:sldChg>
      <pc:sldChg chg="addSp modSp new mod">
        <pc:chgData name="mastertsai@outlook.com" userId="e9d72a7dd8d43541" providerId="LiveId" clId="{C006AC16-6F5C-424B-9670-C28FAB9B523E}" dt="2026-05-15T12:06:56.506" v="348" actId="14100"/>
        <pc:sldMkLst>
          <pc:docMk/>
          <pc:sldMk cId="3534203186" sldId="266"/>
        </pc:sldMkLst>
        <pc:spChg chg="mod">
          <ac:chgData name="mastertsai@outlook.com" userId="e9d72a7dd8d43541" providerId="LiveId" clId="{C006AC16-6F5C-424B-9670-C28FAB9B523E}" dt="2026-05-15T11:56:20.068" v="343"/>
          <ac:spMkLst>
            <pc:docMk/>
            <pc:sldMk cId="3534203186" sldId="266"/>
            <ac:spMk id="2" creationId="{FC24B954-7C3D-5A04-4D24-9940BF2D77AE}"/>
          </ac:spMkLst>
        </pc:spChg>
        <pc:spChg chg="add mod">
          <ac:chgData name="mastertsai@outlook.com" userId="e9d72a7dd8d43541" providerId="LiveId" clId="{C006AC16-6F5C-424B-9670-C28FAB9B523E}" dt="2026-05-15T12:06:56.506" v="348" actId="14100"/>
          <ac:spMkLst>
            <pc:docMk/>
            <pc:sldMk cId="3534203186" sldId="266"/>
            <ac:spMk id="6" creationId="{48AB2B74-A3B3-F001-8467-E0E00E5B3FB4}"/>
          </ac:spMkLst>
        </pc:spChg>
        <pc:picChg chg="add mod">
          <ac:chgData name="mastertsai@outlook.com" userId="e9d72a7dd8d43541" providerId="LiveId" clId="{C006AC16-6F5C-424B-9670-C28FAB9B523E}" dt="2026-05-15T11:56:13.103" v="312" actId="1076"/>
          <ac:picMkLst>
            <pc:docMk/>
            <pc:sldMk cId="3534203186" sldId="266"/>
            <ac:picMk id="5" creationId="{357F01E3-3CC1-5C74-C3A8-6A154B946E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575EB-E00E-497C-9FFD-B4B64E088A7B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68CB-8EE1-47F1-A764-630EF0053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44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068CB-8EE1-47F1-A764-630EF00539F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67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2B13D-6DCD-841F-74F0-D721211F4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59D99C-6D83-891D-526A-46B8FE56F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836D59-37BE-D1A0-9F42-A489BE9E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C833FF-AE44-E092-1069-5BED9276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1283A-E088-1F11-E679-6A905A8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02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355CE1-6790-15D8-7321-E8A27BA0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795E8-0CED-C20C-C882-3B7D009E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A3DA70-FF66-7A3D-B518-8AA69BF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FA9161-AB5E-8DC2-FC6B-87F37AEE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133392-5DF0-F56C-AAAC-FCCA8BB7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8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2A88D-BA0A-39B4-CF57-2643144F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E24B3-FA65-AEDA-2AC1-7C25CDF7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A21345-B7AA-3297-5C99-885625D6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E289-7D3B-A5B1-7231-A7F25535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7B6F7-4556-C85D-8837-E37C28F8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9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BF31D-9F6E-67C7-B0ED-C8021BA2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5580B9-7E3E-76AA-946F-D7B30DE62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D8E6AA-3DD3-52E8-639B-EAB2EE78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20B6A-149D-029B-0164-C7A7E3AA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F1BBEF-0616-6EDC-A9E1-CF39F70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415E59-E8A8-17A9-6CE9-18FD388B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24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DAFB3-F65E-DF31-F13C-A098D459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21F8BD-A71E-B37E-E92F-75F2F3934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E3301-3624-73AF-2EE8-FC3033C82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D17AF9-60E4-0954-0E09-73AA6AE81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D7442C-A143-6210-65EE-B40FDDFE7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4A200-00AA-56F5-DDAD-B308A41D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CC15DF-EE9B-A3E6-856C-6DE8C4CD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8CB88AF-C47C-F346-84FD-86B3B203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93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B67B3-0FC3-180B-76AB-64E581A7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2F8DAA5-A019-5A2D-2D5A-DA0F0CAD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5C96A4-1E05-F423-5BBF-248C4893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0CCC7E-130A-6C9C-26B3-C822E8D3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2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83A37B-982A-BF5F-AB4C-A6B091C8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8477142-833A-AFDE-AA9C-7360D7DB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41323F-4490-C3E3-1C49-4EA0EAB4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55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4AE27-8343-CCED-A87D-4A3DED52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33843-F64F-8013-3ADA-4E2457BA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469077-3A5E-01AE-66A5-CBE65D582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74001B-978F-3F60-7321-FD4D204F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CECA86-8A9E-F10B-6230-25832DDB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545DD9-8246-407E-1AB3-AB15839B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5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0000BB-FAE7-2A8C-E7AB-54C6258E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B84194-AAC4-55CF-0806-B27924F8F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611008-9567-96AA-6ACB-922811A78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6402E-0292-F84C-6E99-38AF9F1C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8880FD-3EE0-AFF1-AD7E-6308D2AA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13884E-0D29-B60C-2B0B-782DE29E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38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32B08-0003-DDF3-1DE6-505FE094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B12BC6-8883-82D2-26F1-429A29BD1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A295AD-44D0-C56B-F0C9-F421518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3DD49-B8A9-16EB-AA99-4F1873C5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D54D1-C459-DB2C-6711-F763A6E9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25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3A5B13-BED2-B0BF-884E-04DCF4643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0B67BF-BD9E-0BDE-EB29-E914C35E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33F0E2-8959-0626-E468-72C3569A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7CA6C4-9F2E-F30B-8F87-7673257C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BE4267-D69B-410E-144C-3905E55D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1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026370-D27D-F5C1-E42C-A23445FF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8E461-BC22-D370-1C17-E8E7082F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B18F64-A136-9ACE-B3E1-7D5294F1A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9627E-E588-489E-8433-ACA74A49B7B2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A0D5F2-A66B-BECB-7D0F-F5592B0A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80C0A0-B1E7-B46C-407B-15956966D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79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9387-A5E8-FBFA-4CF3-67BB35E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87469-7D6A-D5A8-3945-FFB936C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2A99AC-2382-C401-3A0F-0D9E62103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一、紅、藍軍如何做的</a:t>
            </a:r>
            <a:endParaRPr lang="en-US" altLang="zh-TW" dirty="0"/>
          </a:p>
          <a:p>
            <a:pPr lvl="1"/>
            <a:r>
              <a:rPr lang="zh-TW" altLang="en-US" dirty="0"/>
              <a:t>紅軍：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藍軍：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二、有沒有相關研究、文獻探討、或修改成這樣跟之前的比較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E1A5A0-A164-E18D-F1EA-9E4A462AC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17" y="2304741"/>
            <a:ext cx="9097362" cy="145676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49A3460-F8A1-6B93-310F-47CB859D8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117" y="3928556"/>
            <a:ext cx="7218112" cy="154745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9246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976BE-CF4A-2EBB-923C-33F91A73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模型準確率比較</a:t>
            </a:r>
            <a:r>
              <a:rPr lang="en-US" altLang="zh-TW" dirty="0"/>
              <a:t>-Phi3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4333C5E-7C90-E567-EB9E-93F9D6D4F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032" y="1825625"/>
            <a:ext cx="9237935" cy="43513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B7572A-DB4B-72FB-2E45-32500B68FA84}"/>
              </a:ext>
            </a:extLst>
          </p:cNvPr>
          <p:cNvSpPr/>
          <p:nvPr/>
        </p:nvSpPr>
        <p:spPr>
          <a:xfrm>
            <a:off x="2971800" y="3699164"/>
            <a:ext cx="1569027" cy="477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63706E-DA70-43F7-72BF-D08CED459EAF}"/>
              </a:ext>
            </a:extLst>
          </p:cNvPr>
          <p:cNvSpPr/>
          <p:nvPr/>
        </p:nvSpPr>
        <p:spPr>
          <a:xfrm>
            <a:off x="3958938" y="4613565"/>
            <a:ext cx="665018" cy="322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5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106AD7-DE0A-29FF-AED3-65857C13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模型準確率比較</a:t>
            </a:r>
            <a:r>
              <a:rPr lang="en-US" altLang="zh-TW" dirty="0"/>
              <a:t>-Llama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7DC5E32-9021-06C8-90FA-47643BA1C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74" y="1825625"/>
            <a:ext cx="10093452" cy="43513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47D59CD-2090-DC89-223B-47BEEF034E53}"/>
              </a:ext>
            </a:extLst>
          </p:cNvPr>
          <p:cNvSpPr/>
          <p:nvPr/>
        </p:nvSpPr>
        <p:spPr>
          <a:xfrm>
            <a:off x="3813464" y="5101938"/>
            <a:ext cx="1007917" cy="322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7DF251-49AD-7CB6-AFE4-C8D5C3746062}"/>
              </a:ext>
            </a:extLst>
          </p:cNvPr>
          <p:cNvSpPr/>
          <p:nvPr/>
        </p:nvSpPr>
        <p:spPr>
          <a:xfrm>
            <a:off x="2718955" y="4194463"/>
            <a:ext cx="1624445" cy="4502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13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5E2132-8F8B-B4C4-E6D9-DAF28BCD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模型準確率比較</a:t>
            </a:r>
            <a:r>
              <a:rPr lang="en-US" altLang="zh-TW" dirty="0"/>
              <a:t>-Gemma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32DE08F-1C92-40B5-E09A-DAF66FC1A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31" y="1825625"/>
            <a:ext cx="9370137" cy="435133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9A2E977-1778-8BB0-6DE3-3557CDACDFCA}"/>
              </a:ext>
            </a:extLst>
          </p:cNvPr>
          <p:cNvSpPr/>
          <p:nvPr/>
        </p:nvSpPr>
        <p:spPr>
          <a:xfrm>
            <a:off x="3020291" y="4001294"/>
            <a:ext cx="1395845" cy="4502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8B7342-A3EB-08F7-AC42-5A7F95892B32}"/>
              </a:ext>
            </a:extLst>
          </p:cNvPr>
          <p:cNvSpPr/>
          <p:nvPr/>
        </p:nvSpPr>
        <p:spPr>
          <a:xfrm>
            <a:off x="3882736" y="4863991"/>
            <a:ext cx="1084119" cy="3210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898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C32A53-E0AA-CCEA-3FBF-21CEEAFC4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15316E-3B87-19C1-8A73-40FEA5648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08" y="1825625"/>
            <a:ext cx="9183383" cy="435133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1A0E6FB-8419-2762-27FD-A72969FDB9DA}"/>
              </a:ext>
            </a:extLst>
          </p:cNvPr>
          <p:cNvSpPr/>
          <p:nvPr/>
        </p:nvSpPr>
        <p:spPr>
          <a:xfrm>
            <a:off x="2926773" y="4339936"/>
            <a:ext cx="1624445" cy="4502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1F18BA-ED71-81B7-1AF8-FF7E68C8FB16}"/>
              </a:ext>
            </a:extLst>
          </p:cNvPr>
          <p:cNvSpPr/>
          <p:nvPr/>
        </p:nvSpPr>
        <p:spPr>
          <a:xfrm>
            <a:off x="1504309" y="5524501"/>
            <a:ext cx="9183382" cy="543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738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3E35F-BFBF-E29E-56FC-D5454C5A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710902A-F9E6-2F18-08A0-BF90A5FD3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3" y="1923220"/>
            <a:ext cx="11957293" cy="482047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F3E0FD2-4C06-96FF-483E-0A0EC6FD7EA4}"/>
              </a:ext>
            </a:extLst>
          </p:cNvPr>
          <p:cNvSpPr/>
          <p:nvPr/>
        </p:nvSpPr>
        <p:spPr>
          <a:xfrm>
            <a:off x="1742210" y="4149885"/>
            <a:ext cx="1260763" cy="444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32CCD1-F3BC-FCA7-BB3E-89125E52848E}"/>
              </a:ext>
            </a:extLst>
          </p:cNvPr>
          <p:cNvSpPr/>
          <p:nvPr/>
        </p:nvSpPr>
        <p:spPr>
          <a:xfrm>
            <a:off x="96571" y="5333765"/>
            <a:ext cx="11863365" cy="568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43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6AE0DB-9836-9D2E-97A9-AA829705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ABFF5D6-69EA-7249-5781-336BF6E4B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43" y="2013353"/>
            <a:ext cx="11428357" cy="461460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E15E21-B6E9-E893-583D-A7E7424078E1}"/>
              </a:ext>
            </a:extLst>
          </p:cNvPr>
          <p:cNvSpPr/>
          <p:nvPr/>
        </p:nvSpPr>
        <p:spPr>
          <a:xfrm>
            <a:off x="1856512" y="3979844"/>
            <a:ext cx="1229590" cy="401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2B2B9F-2CF7-E33D-341F-E2D3F6A69942}"/>
              </a:ext>
            </a:extLst>
          </p:cNvPr>
          <p:cNvSpPr/>
          <p:nvPr/>
        </p:nvSpPr>
        <p:spPr>
          <a:xfrm>
            <a:off x="268343" y="4821382"/>
            <a:ext cx="11428357" cy="540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60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0DAC3-387B-33BB-5F3D-0F8D13A7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2FD8574-186F-8CAD-781B-4ECD13274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50" y="1245163"/>
            <a:ext cx="11179180" cy="465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7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24B954-7C3D-5A04-4D24-9940BF2D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新架構測試中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5689FF-E1CA-0B2E-5526-F31444F6E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7F01E3-3CC1-5C74-C3A8-6A154B946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81" y="1554020"/>
            <a:ext cx="11072820" cy="530398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8AB2B74-A3B3-F001-8467-E0E00E5B3FB4}"/>
              </a:ext>
            </a:extLst>
          </p:cNvPr>
          <p:cNvSpPr/>
          <p:nvPr/>
        </p:nvSpPr>
        <p:spPr>
          <a:xfrm>
            <a:off x="197427" y="3252355"/>
            <a:ext cx="10515600" cy="3636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20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55</Words>
  <Application>Microsoft Office PowerPoint</Application>
  <PresentationFormat>寬螢幕</PresentationFormat>
  <Paragraphs>16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前次事項</vt:lpstr>
      <vt:lpstr>模型準確率比較-Phi3</vt:lpstr>
      <vt:lpstr>模型準確率比較-Llama</vt:lpstr>
      <vt:lpstr>模型準確率比較-Gemma</vt:lpstr>
      <vt:lpstr>PowerPoint 簡報</vt:lpstr>
      <vt:lpstr>PowerPoint 簡報</vt:lpstr>
      <vt:lpstr>PowerPoint 簡報</vt:lpstr>
      <vt:lpstr>PowerPoint 簡報</vt:lpstr>
      <vt:lpstr>新架構測試中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1</cp:revision>
  <dcterms:created xsi:type="dcterms:W3CDTF">2026-05-15T02:46:21Z</dcterms:created>
  <dcterms:modified xsi:type="dcterms:W3CDTF">2026-05-15T12:06:59Z</dcterms:modified>
</cp:coreProperties>
</file>