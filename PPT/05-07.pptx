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7B146-761B-4849-A3E2-7F98A66344EB}" v="99" dt="2026-05-07T05:21:15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ertsai@outlook.com" userId="e9d72a7dd8d43541" providerId="LiveId" clId="{C006AC16-6F5C-424B-9670-C28FAB9B523E}"/>
    <pc:docChg chg="custSel addSld delSld modSld">
      <pc:chgData name="mastertsai@outlook.com" userId="e9d72a7dd8d43541" providerId="LiveId" clId="{C006AC16-6F5C-424B-9670-C28FAB9B523E}" dt="2026-05-07T05:21:19.610" v="277" actId="20577"/>
      <pc:docMkLst>
        <pc:docMk/>
      </pc:docMkLst>
      <pc:sldChg chg="new del">
        <pc:chgData name="mastertsai@outlook.com" userId="e9d72a7dd8d43541" providerId="LiveId" clId="{C006AC16-6F5C-424B-9670-C28FAB9B523E}" dt="2026-05-07T05:18:53.866" v="2" actId="47"/>
        <pc:sldMkLst>
          <pc:docMk/>
          <pc:sldMk cId="3105658451" sldId="262"/>
        </pc:sldMkLst>
      </pc:sldChg>
      <pc:sldChg chg="addSp delSp modSp add mod">
        <pc:chgData name="mastertsai@outlook.com" userId="e9d72a7dd8d43541" providerId="LiveId" clId="{C006AC16-6F5C-424B-9670-C28FAB9B523E}" dt="2026-05-07T05:21:19.610" v="277" actId="20577"/>
        <pc:sldMkLst>
          <pc:docMk/>
          <pc:sldMk cId="2492463982" sldId="263"/>
        </pc:sldMkLst>
        <pc:spChg chg="mod">
          <ac:chgData name="mastertsai@outlook.com" userId="e9d72a7dd8d43541" providerId="LiveId" clId="{C006AC16-6F5C-424B-9670-C28FAB9B523E}" dt="2026-05-07T05:19:01.896" v="25"/>
          <ac:spMkLst>
            <pc:docMk/>
            <pc:sldMk cId="2492463982" sldId="263"/>
            <ac:spMk id="2" creationId="{90787469-7D6A-D5A8-3945-FFB936C02075}"/>
          </ac:spMkLst>
        </pc:spChg>
        <pc:spChg chg="add mod">
          <ac:chgData name="mastertsai@outlook.com" userId="e9d72a7dd8d43541" providerId="LiveId" clId="{C006AC16-6F5C-424B-9670-C28FAB9B523E}" dt="2026-05-07T05:21:19.610" v="277" actId="20577"/>
          <ac:spMkLst>
            <pc:docMk/>
            <pc:sldMk cId="2492463982" sldId="263"/>
            <ac:spMk id="4" creationId="{8B2A99AC-2382-C401-3A0F-0D9E62103E17}"/>
          </ac:spMkLst>
        </pc:spChg>
        <pc:picChg chg="del">
          <ac:chgData name="mastertsai@outlook.com" userId="e9d72a7dd8d43541" providerId="LiveId" clId="{C006AC16-6F5C-424B-9670-C28FAB9B523E}" dt="2026-05-07T05:19:04.213" v="26" actId="478"/>
          <ac:picMkLst>
            <pc:docMk/>
            <pc:sldMk cId="2492463982" sldId="263"/>
            <ac:picMk id="9" creationId="{7A6EBB20-872E-FEAE-F3C4-A2EFC7D03F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217C3F-26C1-EF27-9CA4-F566976D9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184D13-91E7-CA43-6261-66425665A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FFECF-ABE9-242C-ABC9-BC6A0404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43D9BD-2605-E31A-C2EC-1137F8A8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854682-0F88-3B59-E1F7-4A8391F3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6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E7104-DAFF-F790-8D22-E1ABAF87A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B88139-260D-9C60-68DE-73899E00C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72CBD8-F2E6-1B7A-C248-28AD2B01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79B7C7-8200-C08D-C487-84C762371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1D3C2D-7717-4F25-7332-C737539B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13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90E3-F81F-B6A6-2E6E-D8F25EC9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E107DF-419C-D788-510D-83E021B5D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7648A3-1797-D1FB-0403-9E63F0C7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B5E956-7F26-06FE-60E6-6C30C9C8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ED807F-D0E9-6F05-1E9D-6F91B36F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8989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DC7B58-2EAD-7BA2-B415-94A8449E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8FEB6E-FECC-5AAD-C9F7-2F09AC21A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AFB59A-688A-BDC5-3B47-6DC809AD9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FF846B-1AE8-A0CA-8507-ED0DA88E7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D24DF1-0270-4E52-1752-5B651163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CC50A4-9584-165F-ABAC-98B6515C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21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9CD25A-5F6D-B400-BC67-AF0D972E6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6AB872-AD0A-140A-DDC9-750B20E52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E20882-BA95-E630-82FB-CE279E12B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1BD022E-1DAA-5633-6826-7CF4FABCA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32DDCDD-7D9B-8329-8D87-58FC6EEAE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D6D49F-68CA-5060-DAED-F30CEE0B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0D81F91-8AA9-2FD0-C686-9AE3EA30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3217692-75A1-0EA7-15CC-698F60E3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6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47099A-D02F-4AF8-423E-782B7E458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23FFC62-7A34-76F8-1EF0-D92B83F4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524306A-9406-0D6C-9EFD-0F5A3F7C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9D7A065-62F8-E3EA-C44A-9025AB58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874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E797290-F3C7-DE9D-9A47-2D4226B05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4E59E9-00F9-F14A-99DB-2D3C84A2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C962C3-DA56-E70E-0079-086D7B8A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16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93C1F-803F-17E4-1214-BEBA4620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25C817-B327-4EA3-00EE-33CDD9478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0A2DF2-8D3E-B2E6-8251-183CB8576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6895EF-AED5-D967-6631-FEC5A1726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349635-6592-3E18-83BC-A7DE10957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D85E47-BA55-3848-9F7F-A1BC28C1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10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031570-BB86-C12D-645F-19A81CD9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F5483CC-9BBF-E743-2423-1AAA85C33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A6B68D-96CC-01D3-E263-D8B311F74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2952F4-C338-2AC7-F0B1-F10CD610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F7D794-74B6-A77A-6275-78A22CB3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1B25C3-B102-B3F2-9090-6C9F1B3D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5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FC366-3518-3C94-241E-FB75998E9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450F450-FF1A-E4FC-0FDC-F9F5A0FAE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5C1A02-235C-E5CB-082D-BF1CFD25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9BC0BE-FF1A-5215-73A3-589AF41C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708454-A532-7715-852E-413BA9B4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29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B8F86D-70BC-AF61-E649-77DE19AEF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83F862-6B1E-924E-B056-E2019C5EE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C5FD3F-86B9-3758-FE86-5FFDCCAB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5913DC-34CF-0292-E291-FF7347381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03651C-0877-EB9C-CA69-064623E0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15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498C21-9C5F-9BF3-0AC1-982866BED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3B9B2E5-61BC-E7AD-DFF6-96D3B691E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9CB0A6-7D8A-4BA8-70AF-1E5C34162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0CBDE-AB92-4D92-B95D-D06EE53B8EE8}" type="datetimeFigureOut">
              <a:rPr lang="zh-TW" altLang="en-US" smtClean="0"/>
              <a:t>2026/5/7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B3C2C3-796F-5221-5DD2-44D0ABF76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C8C711-D454-AAB8-8584-F8538B146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45AFE-9675-4456-AFEE-21D1A659B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868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9387-A5E8-FBFA-4CF3-67BB35E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87469-7D6A-D5A8-3945-FFB936C0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B2A99AC-2382-C401-3A0F-0D9E62103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一、除了</a:t>
            </a:r>
            <a:r>
              <a:rPr lang="en-US" altLang="zh-TW" dirty="0"/>
              <a:t>OTRF</a:t>
            </a:r>
            <a:r>
              <a:rPr lang="zh-TW" altLang="en-US" dirty="0"/>
              <a:t>外，有沒有其他的</a:t>
            </a:r>
            <a:r>
              <a:rPr lang="en-US" altLang="zh-TW" dirty="0"/>
              <a:t>benchmark</a:t>
            </a:r>
            <a:r>
              <a:rPr lang="zh-TW" altLang="en-US" dirty="0"/>
              <a:t>可使用</a:t>
            </a:r>
            <a:endParaRPr lang="en-US" altLang="zh-TW" dirty="0"/>
          </a:p>
          <a:p>
            <a:r>
              <a:rPr lang="zh-TW" altLang="en-US" dirty="0"/>
              <a:t>二、當模型對於內容不是很確定時，導入更專業的模型</a:t>
            </a:r>
            <a:r>
              <a:rPr lang="en-US" altLang="zh-TW"/>
              <a:t>?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463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48F9F0-642A-2BA1-152F-17F76DCD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目前架構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C7F0D10-2421-EC51-CC60-53F41657F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559" y="-63700"/>
            <a:ext cx="4482972" cy="694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8949FE-C1DA-E2EF-371A-81C12356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無正確答案時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93E8814-7B85-6177-D92C-FBE4A3244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885" y="1825625"/>
            <a:ext cx="9844230" cy="4351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C7EBAC-09DD-45EE-5312-A5C8EEC73505}"/>
              </a:ext>
            </a:extLst>
          </p:cNvPr>
          <p:cNvSpPr/>
          <p:nvPr/>
        </p:nvSpPr>
        <p:spPr>
          <a:xfrm>
            <a:off x="955964" y="2379519"/>
            <a:ext cx="2556163" cy="384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819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39180-D615-AC75-32A6-E85D7475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76CD08C-2F9A-4400-E1D9-ED740392A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034" y="111125"/>
            <a:ext cx="5559488" cy="5415553"/>
          </a:xfrm>
          <a:prstGeom prst="rect">
            <a:avLst/>
          </a:prstGeom>
        </p:spPr>
      </p:pic>
      <p:sp>
        <p:nvSpPr>
          <p:cNvPr id="9" name="標題 8">
            <a:extLst>
              <a:ext uri="{FF2B5EF4-FFF2-40B4-BE49-F238E27FC236}">
                <a16:creationId xmlns:a16="http://schemas.microsoft.com/office/drawing/2014/main" id="{D1ABC051-7411-C9C4-5B1F-89B0412B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2010EF-273F-264F-24AB-4611E19569F3}"/>
              </a:ext>
            </a:extLst>
          </p:cNvPr>
          <p:cNvSpPr/>
          <p:nvPr/>
        </p:nvSpPr>
        <p:spPr>
          <a:xfrm>
            <a:off x="2574034" y="45893"/>
            <a:ext cx="2556163" cy="384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12AA10F-B5FC-EE2B-EF2F-DDB819AF6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035" y="5526679"/>
            <a:ext cx="5559487" cy="129641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F646598-C781-5144-BAA1-B373E9D8664E}"/>
              </a:ext>
            </a:extLst>
          </p:cNvPr>
          <p:cNvSpPr/>
          <p:nvPr/>
        </p:nvSpPr>
        <p:spPr>
          <a:xfrm>
            <a:off x="2797615" y="6492875"/>
            <a:ext cx="3298385" cy="384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3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9B51-E81B-B1FE-AB56-64A9082E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A20429-A01C-51B6-EA23-EF17D036A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單一事件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BA0FEBDD-91EF-FBE9-090E-CADA53D3D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964" y="1863699"/>
            <a:ext cx="8436071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88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26B3F9-7A2B-B8F0-BC13-AC078928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Chains(</a:t>
            </a:r>
            <a:r>
              <a:rPr lang="zh-TW" altLang="en-US" dirty="0"/>
              <a:t>聚合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E4DADA3-C213-A793-50C9-D0A33CBAB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92" y="1446673"/>
            <a:ext cx="9122143" cy="262197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D0DEC1F-5EE2-3778-3190-B44A24141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93" y="4175528"/>
            <a:ext cx="9122143" cy="25343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099623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</Words>
  <Application>Microsoft Office PowerPoint</Application>
  <PresentationFormat>寬螢幕</PresentationFormat>
  <Paragraphs>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前次事項</vt:lpstr>
      <vt:lpstr>目前架構</vt:lpstr>
      <vt:lpstr>無正確答案時</vt:lpstr>
      <vt:lpstr>PowerPoint 簡報</vt:lpstr>
      <vt:lpstr>單一事件</vt:lpstr>
      <vt:lpstr>Chains(聚合)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mastertsai@outlook.com</dc:creator>
  <cp:lastModifiedBy>mastertsai@outlook.com</cp:lastModifiedBy>
  <cp:revision>1</cp:revision>
  <dcterms:created xsi:type="dcterms:W3CDTF">2026-05-07T05:01:51Z</dcterms:created>
  <dcterms:modified xsi:type="dcterms:W3CDTF">2026-05-07T05:21:22Z</dcterms:modified>
</cp:coreProperties>
</file>